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1.svg" ContentType="image/svg+xml"/>
  <Override PartName="/ppt/media/image13.svg" ContentType="image/svg+xml"/>
  <Override PartName="/ppt/media/image15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A3EA9-D0C1-ED28-A322-6920FC85DC62}" v="39" dt="2025-11-25T02:35:59.247"/>
    <p1510:client id="{329390CD-AA15-C192-0A61-743298EB2E7D}" v="2" dt="2025-11-25T02:23:56.688"/>
    <p1510:client id="{44CCBF1C-F393-A760-4BBC-1345D8ADED23}" v="61" dt="2025-11-25T02:10:56.381"/>
    <p1510:client id="{4B2487CE-7120-09D6-007B-C95FD35FDEB8}" v="605" dt="2025-11-25T01:46:22.289"/>
    <p1510:client id="{6C114A8F-2B01-6544-A9A8-1D658C8D8C25}" v="8" dt="2025-11-25T02:36:32.980"/>
    <p1510:client id="{F8D14CE6-0612-ED6B-1825-30B68682E160}" v="111" dt="2025-11-24T23:17:43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lier, Jacob (colliej8)" userId="S::colliej8@mail.uc.edu::419bd107-74b1-4af9-bd6c-7eee9528f1ff" providerId="AD" clId="Web-{F8D14CE6-0612-ED6B-1825-30B68682E160}"/>
    <pc:docChg chg="addSld modSld addMainMaster delMainMaster">
      <pc:chgData name="Collier, Jacob (colliej8)" userId="S::colliej8@mail.uc.edu::419bd107-74b1-4af9-bd6c-7eee9528f1ff" providerId="AD" clId="Web-{F8D14CE6-0612-ED6B-1825-30B68682E160}" dt="2025-11-24T23:17:43.026" v="111"/>
      <pc:docMkLst>
        <pc:docMk/>
      </pc:docMkLst>
      <pc:sldChg chg="addSp delSp modSp mod setBg modClrScheme chgLayout">
        <pc:chgData name="Collier, Jacob (colliej8)" userId="S::colliej8@mail.uc.edu::419bd107-74b1-4af9-bd6c-7eee9528f1ff" providerId="AD" clId="Web-{F8D14CE6-0612-ED6B-1825-30B68682E160}" dt="2025-11-24T23:17:39.089" v="110" actId="20577"/>
        <pc:sldMkLst>
          <pc:docMk/>
          <pc:sldMk cId="109857222" sldId="256"/>
        </pc:sldMkLst>
        <pc:spChg chg="mod">
          <ac:chgData name="Collier, Jacob (colliej8)" userId="S::colliej8@mail.uc.edu::419bd107-74b1-4af9-bd6c-7eee9528f1ff" providerId="AD" clId="Web-{F8D14CE6-0612-ED6B-1825-30B68682E160}" dt="2025-11-24T23:17:02.260" v="1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ollier, Jacob (colliej8)" userId="S::colliej8@mail.uc.edu::419bd107-74b1-4af9-bd6c-7eee9528f1ff" providerId="AD" clId="Web-{F8D14CE6-0612-ED6B-1825-30B68682E160}" dt="2025-11-24T23:17:39.089" v="110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Collier, Jacob (colliej8)" userId="S::colliej8@mail.uc.edu::419bd107-74b1-4af9-bd6c-7eee9528f1ff" providerId="AD" clId="Web-{F8D14CE6-0612-ED6B-1825-30B68682E160}" dt="2025-11-24T23:16:41.853" v="101"/>
          <ac:spMkLst>
            <pc:docMk/>
            <pc:sldMk cId="109857222" sldId="256"/>
            <ac:spMk id="9" creationId="{92CC1E4F-F1F0-B945-BE50-C72A7103E8AC}"/>
          </ac:spMkLst>
        </pc:spChg>
        <pc:spChg chg="add del">
          <ac:chgData name="Collier, Jacob (colliej8)" userId="S::colliej8@mail.uc.edu::419bd107-74b1-4af9-bd6c-7eee9528f1ff" providerId="AD" clId="Web-{F8D14CE6-0612-ED6B-1825-30B68682E160}" dt="2025-11-24T23:17:02.260" v="106"/>
          <ac:spMkLst>
            <pc:docMk/>
            <pc:sldMk cId="109857222" sldId="256"/>
            <ac:spMk id="13" creationId="{E49D7415-2F11-44C2-B6AA-13A25B6814B9}"/>
          </ac:spMkLst>
        </pc:spChg>
        <pc:picChg chg="add del">
          <ac:chgData name="Collier, Jacob (colliej8)" userId="S::colliej8@mail.uc.edu::419bd107-74b1-4af9-bd6c-7eee9528f1ff" providerId="AD" clId="Web-{F8D14CE6-0612-ED6B-1825-30B68682E160}" dt="2025-11-24T23:16:41.853" v="101"/>
          <ac:picMkLst>
            <pc:docMk/>
            <pc:sldMk cId="109857222" sldId="256"/>
            <ac:picMk id="4" creationId="{7D19A31B-65BE-9749-D4E5-E3897360D21A}"/>
          </ac:picMkLst>
        </pc:picChg>
        <pc:picChg chg="add del">
          <ac:chgData name="Collier, Jacob (colliej8)" userId="S::colliej8@mail.uc.edu::419bd107-74b1-4af9-bd6c-7eee9528f1ff" providerId="AD" clId="Web-{F8D14CE6-0612-ED6B-1825-30B68682E160}" dt="2025-11-24T23:17:02.260" v="106"/>
          <ac:picMkLst>
            <pc:docMk/>
            <pc:sldMk cId="109857222" sldId="256"/>
            <ac:picMk id="14" creationId="{0EB49FA3-EA57-8C16-950C-DE2FA754EB42}"/>
          </ac:picMkLst>
        </pc:picChg>
        <pc:cxnChg chg="add del">
          <ac:chgData name="Collier, Jacob (colliej8)" userId="S::colliej8@mail.uc.edu::419bd107-74b1-4af9-bd6c-7eee9528f1ff" providerId="AD" clId="Web-{F8D14CE6-0612-ED6B-1825-30B68682E160}" dt="2025-11-24T23:17:02.260" v="106"/>
          <ac:cxnSpMkLst>
            <pc:docMk/>
            <pc:sldMk cId="109857222" sldId="256"/>
            <ac:cxnSpMk id="11" creationId="{085AA86F-6A4D-4BCB-A045-D992CDC2959B}"/>
          </ac:cxnSpMkLst>
        </pc:cxnChg>
        <pc:cxnChg chg="add del">
          <ac:chgData name="Collier, Jacob (colliej8)" userId="S::colliej8@mail.uc.edu::419bd107-74b1-4af9-bd6c-7eee9528f1ff" providerId="AD" clId="Web-{F8D14CE6-0612-ED6B-1825-30B68682E160}" dt="2025-11-24T23:17:02.260" v="106"/>
          <ac:cxnSpMkLst>
            <pc:docMk/>
            <pc:sldMk cId="109857222" sldId="256"/>
            <ac:cxnSpMk id="12" creationId="{F64F9B95-9045-48D2-B9F3-2927E98F54AA}"/>
          </ac:cxnSpMkLst>
        </pc:cxnChg>
        <pc:cxnChg chg="add del">
          <ac:chgData name="Collier, Jacob (colliej8)" userId="S::colliej8@mail.uc.edu::419bd107-74b1-4af9-bd6c-7eee9528f1ff" providerId="AD" clId="Web-{F8D14CE6-0612-ED6B-1825-30B68682E160}" dt="2025-11-24T23:17:02.260" v="106"/>
          <ac:cxnSpMkLst>
            <pc:docMk/>
            <pc:sldMk cId="109857222" sldId="256"/>
            <ac:cxnSpMk id="15" creationId="{3815BE95-1337-20E2-B2EF-5DA486F72FCB}"/>
          </ac:cxnSpMkLst>
        </pc:cxnChg>
      </pc:sldChg>
      <pc:sldChg chg="new">
        <pc:chgData name="Collier, Jacob (colliej8)" userId="S::colliej8@mail.uc.edu::419bd107-74b1-4af9-bd6c-7eee9528f1ff" providerId="AD" clId="Web-{F8D14CE6-0612-ED6B-1825-30B68682E160}" dt="2025-11-24T23:17:43.026" v="111"/>
        <pc:sldMkLst>
          <pc:docMk/>
          <pc:sldMk cId="2559004724" sldId="257"/>
        </pc:sldMkLst>
      </pc:sldChg>
      <pc:sldMasterChg chg="add del addSldLayout delSldLayout">
        <pc:chgData name="Collier, Jacob (colliej8)" userId="S::colliej8@mail.uc.edu::419bd107-74b1-4af9-bd6c-7eee9528f1ff" providerId="AD" clId="Web-{F8D14CE6-0612-ED6B-1825-30B68682E160}" dt="2025-11-24T23:17:02.260" v="106"/>
        <pc:sldMasterMkLst>
          <pc:docMk/>
          <pc:sldMasterMk cId="2460954070" sldId="2147483660"/>
        </pc:sldMasterMkLst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Collier, Jacob (colliej8)" userId="S::colliej8@mail.uc.edu::419bd107-74b1-4af9-bd6c-7eee9528f1ff" providerId="AD" clId="Web-{F8D14CE6-0612-ED6B-1825-30B68682E160}" dt="2025-11-24T23:16:41.853" v="101"/>
        <pc:sldMasterMkLst>
          <pc:docMk/>
          <pc:sldMasterMk cId="3093214586" sldId="2147483672"/>
        </pc:sldMasterMkLst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995044351" sldId="2147483673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3138221473" sldId="2147483674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1489688733" sldId="2147483675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174794566" sldId="2147483676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983934807" sldId="2147483677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1128769226" sldId="2147483678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234513896" sldId="2147483679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851585074" sldId="2147483680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577625081" sldId="2147483681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4178689455" sldId="2147483682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6:41.853" v="101"/>
          <pc:sldLayoutMkLst>
            <pc:docMk/>
            <pc:sldMasterMk cId="3093214586" sldId="2147483672"/>
            <pc:sldLayoutMk cId="3834292256" sldId="2147483683"/>
          </pc:sldLayoutMkLst>
        </pc:sldLayoutChg>
      </pc:sldMasterChg>
      <pc:sldMasterChg chg="add del addSldLayout delSldLayout">
        <pc:chgData name="Collier, Jacob (colliej8)" userId="S::colliej8@mail.uc.edu::419bd107-74b1-4af9-bd6c-7eee9528f1ff" providerId="AD" clId="Web-{F8D14CE6-0612-ED6B-1825-30B68682E160}" dt="2025-11-24T23:17:02.260" v="106"/>
        <pc:sldMasterMkLst>
          <pc:docMk/>
          <pc:sldMasterMk cId="2033561708" sldId="2147483708"/>
        </pc:sldMasterMkLst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3492161378" sldId="2147483697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1817813329" sldId="2147483698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147139860" sldId="2147483699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16425785" sldId="2147483700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4020878576" sldId="2147483701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359583181" sldId="2147483702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1700928713" sldId="2147483703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2365546245" sldId="2147483704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3592224400" sldId="2147483705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3069229501" sldId="2147483706"/>
          </pc:sldLayoutMkLst>
        </pc:sldLayoutChg>
        <pc:sldLayoutChg chg="add del">
          <pc:chgData name="Collier, Jacob (colliej8)" userId="S::colliej8@mail.uc.edu::419bd107-74b1-4af9-bd6c-7eee9528f1ff" providerId="AD" clId="Web-{F8D14CE6-0612-ED6B-1825-30B68682E160}" dt="2025-11-24T23:17:02.260" v="106"/>
          <pc:sldLayoutMkLst>
            <pc:docMk/>
            <pc:sldMasterMk cId="2033561708" sldId="2147483708"/>
            <pc:sldLayoutMk cId="994919387" sldId="2147483707"/>
          </pc:sldLayoutMkLst>
        </pc:sldLayoutChg>
      </pc:sldMasterChg>
    </pc:docChg>
  </pc:docChgLst>
  <pc:docChgLst>
    <pc:chgData name="Martina, Michael (marti7m5)" userId="S::marti7m5@mail.uc.edu::b64b2d5f-736f-449e-b03c-893145655ec0" providerId="AD" clId="Web-{329390CD-AA15-C192-0A61-743298EB2E7D}"/>
    <pc:docChg chg="modSld">
      <pc:chgData name="Martina, Michael (marti7m5)" userId="S::marti7m5@mail.uc.edu::b64b2d5f-736f-449e-b03c-893145655ec0" providerId="AD" clId="Web-{329390CD-AA15-C192-0A61-743298EB2E7D}" dt="2025-11-25T02:23:56.688" v="1"/>
      <pc:docMkLst>
        <pc:docMk/>
      </pc:docMkLst>
      <pc:sldChg chg="addSp delSp modSp addAnim delAnim">
        <pc:chgData name="Martina, Michael (marti7m5)" userId="S::marti7m5@mail.uc.edu::b64b2d5f-736f-449e-b03c-893145655ec0" providerId="AD" clId="Web-{329390CD-AA15-C192-0A61-743298EB2E7D}" dt="2025-11-25T02:23:56.688" v="1"/>
        <pc:sldMkLst>
          <pc:docMk/>
          <pc:sldMk cId="2731415775" sldId="264"/>
        </pc:sldMkLst>
        <pc:picChg chg="add del mod">
          <ac:chgData name="Martina, Michael (marti7m5)" userId="S::marti7m5@mail.uc.edu::b64b2d5f-736f-449e-b03c-893145655ec0" providerId="AD" clId="Web-{329390CD-AA15-C192-0A61-743298EB2E7D}" dt="2025-11-25T02:23:56.688" v="1"/>
          <ac:picMkLst>
            <pc:docMk/>
            <pc:sldMk cId="2731415775" sldId="264"/>
            <ac:picMk id="4" creationId="{1B1073E1-EC31-ED4F-EE2F-1076D1D0D3E8}"/>
          </ac:picMkLst>
        </pc:picChg>
      </pc:sldChg>
    </pc:docChg>
  </pc:docChgLst>
  <pc:docChgLst>
    <pc:chgData name="Kalala, Denis (kalaladm)" userId="60a1d8aa-2e95-4d67-a808-37e510a5fe5a" providerId="ADAL" clId="{AB7DD4DC-8FFE-5C7B-B23B-5C51B7FA965D}"/>
    <pc:docChg chg="custSel modSld">
      <pc:chgData name="Kalala, Denis (kalaladm)" userId="60a1d8aa-2e95-4d67-a808-37e510a5fe5a" providerId="ADAL" clId="{AB7DD4DC-8FFE-5C7B-B23B-5C51B7FA965D}" dt="2025-11-25T02:36:32.980" v="7" actId="20577"/>
      <pc:docMkLst>
        <pc:docMk/>
      </pc:docMkLst>
      <pc:sldChg chg="modSp mod">
        <pc:chgData name="Kalala, Denis (kalaladm)" userId="60a1d8aa-2e95-4d67-a808-37e510a5fe5a" providerId="ADAL" clId="{AB7DD4DC-8FFE-5C7B-B23B-5C51B7FA965D}" dt="2025-11-25T02:36:32.980" v="7" actId="20577"/>
        <pc:sldMkLst>
          <pc:docMk/>
          <pc:sldMk cId="2731415775" sldId="264"/>
        </pc:sldMkLst>
        <pc:spChg chg="mod">
          <ac:chgData name="Kalala, Denis (kalaladm)" userId="60a1d8aa-2e95-4d67-a808-37e510a5fe5a" providerId="ADAL" clId="{AB7DD4DC-8FFE-5C7B-B23B-5C51B7FA965D}" dt="2025-11-25T02:36:32.980" v="7" actId="20577"/>
          <ac:spMkLst>
            <pc:docMk/>
            <pc:sldMk cId="2731415775" sldId="264"/>
            <ac:spMk id="2" creationId="{06FA4579-E41F-75C4-2401-184398883F63}"/>
          </ac:spMkLst>
        </pc:spChg>
      </pc:sldChg>
    </pc:docChg>
  </pc:docChgLst>
  <pc:docChgLst>
    <pc:chgData name="Martina, Michael (marti7m5)" userId="S::marti7m5@mail.uc.edu::b64b2d5f-736f-449e-b03c-893145655ec0" providerId="AD" clId="Web-{44CCBF1C-F393-A760-4BBC-1345D8ADED23}"/>
    <pc:docChg chg="addSld modSld">
      <pc:chgData name="Martina, Michael (marti7m5)" userId="S::marti7m5@mail.uc.edu::b64b2d5f-736f-449e-b03c-893145655ec0" providerId="AD" clId="Web-{44CCBF1C-F393-A760-4BBC-1345D8ADED23}" dt="2025-11-25T02:11:11.397" v="91"/>
      <pc:docMkLst>
        <pc:docMk/>
      </pc:docMkLst>
      <pc:sldChg chg="addSp modSp mod setBg">
        <pc:chgData name="Martina, Michael (marti7m5)" userId="S::marti7m5@mail.uc.edu::b64b2d5f-736f-449e-b03c-893145655ec0" providerId="AD" clId="Web-{44CCBF1C-F393-A760-4BBC-1345D8ADED23}" dt="2025-11-25T02:04:37.031" v="7"/>
        <pc:sldMkLst>
          <pc:docMk/>
          <pc:sldMk cId="2559004724" sldId="257"/>
        </pc:sldMkLst>
        <pc:spChg chg="mod">
          <ac:chgData name="Martina, Michael (marti7m5)" userId="S::marti7m5@mail.uc.edu::b64b2d5f-736f-449e-b03c-893145655ec0" providerId="AD" clId="Web-{44CCBF1C-F393-A760-4BBC-1345D8ADED23}" dt="2025-11-25T02:04:37.031" v="7"/>
          <ac:spMkLst>
            <pc:docMk/>
            <pc:sldMk cId="2559004724" sldId="257"/>
            <ac:spMk id="2" creationId="{DF745EB8-0689-2622-BCF0-D10D4D8C09DC}"/>
          </ac:spMkLst>
        </pc:spChg>
        <pc:spChg chg="mod">
          <ac:chgData name="Martina, Michael (marti7m5)" userId="S::marti7m5@mail.uc.edu::b64b2d5f-736f-449e-b03c-893145655ec0" providerId="AD" clId="Web-{44CCBF1C-F393-A760-4BBC-1345D8ADED23}" dt="2025-11-25T02:04:37.031" v="7"/>
          <ac:spMkLst>
            <pc:docMk/>
            <pc:sldMk cId="2559004724" sldId="257"/>
            <ac:spMk id="3" creationId="{ED93E34E-AB37-F862-09CC-D92D5B1A6DB7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04:37.031" v="7"/>
          <ac:spMkLst>
            <pc:docMk/>
            <pc:sldMk cId="2559004724" sldId="257"/>
            <ac:spMk id="9" creationId="{E49D7415-2F11-44C2-B6AA-13A25B6814B9}"/>
          </ac:spMkLst>
        </pc:spChg>
        <pc:picChg chg="add">
          <ac:chgData name="Martina, Michael (marti7m5)" userId="S::marti7m5@mail.uc.edu::b64b2d5f-736f-449e-b03c-893145655ec0" providerId="AD" clId="Web-{44CCBF1C-F393-A760-4BBC-1345D8ADED23}" dt="2025-11-25T02:04:37.031" v="7"/>
          <ac:picMkLst>
            <pc:docMk/>
            <pc:sldMk cId="2559004724" sldId="257"/>
            <ac:picMk id="5" creationId="{5BFA3492-FA77-45D8-052D-12C01D4AF665}"/>
          </ac:picMkLst>
        </pc:picChg>
        <pc:cxnChg chg="add">
          <ac:chgData name="Martina, Michael (marti7m5)" userId="S::marti7m5@mail.uc.edu::b64b2d5f-736f-449e-b03c-893145655ec0" providerId="AD" clId="Web-{44CCBF1C-F393-A760-4BBC-1345D8ADED23}" dt="2025-11-25T02:04:37.031" v="7"/>
          <ac:cxnSpMkLst>
            <pc:docMk/>
            <pc:sldMk cId="2559004724" sldId="257"/>
            <ac:cxnSpMk id="11" creationId="{F2B951FD-94F7-E138-3EC2-A66A551D9137}"/>
          </ac:cxnSpMkLst>
        </pc:cxnChg>
      </pc:sldChg>
      <pc:sldChg chg="addSp modSp mod setBg">
        <pc:chgData name="Martina, Michael (marti7m5)" userId="S::marti7m5@mail.uc.edu::b64b2d5f-736f-449e-b03c-893145655ec0" providerId="AD" clId="Web-{44CCBF1C-F393-A760-4BBC-1345D8ADED23}" dt="2025-11-25T02:05:15.015" v="17"/>
        <pc:sldMkLst>
          <pc:docMk/>
          <pc:sldMk cId="3552124515" sldId="258"/>
        </pc:sldMkLst>
        <pc:spChg chg="mod">
          <ac:chgData name="Martina, Michael (marti7m5)" userId="S::marti7m5@mail.uc.edu::b64b2d5f-736f-449e-b03c-893145655ec0" providerId="AD" clId="Web-{44CCBF1C-F393-A760-4BBC-1345D8ADED23}" dt="2025-11-25T02:05:15.015" v="17"/>
          <ac:spMkLst>
            <pc:docMk/>
            <pc:sldMk cId="3552124515" sldId="258"/>
            <ac:spMk id="2" creationId="{CAB2E711-6F3F-A9A6-6167-3832FD0305D0}"/>
          </ac:spMkLst>
        </pc:spChg>
        <pc:spChg chg="mod">
          <ac:chgData name="Martina, Michael (marti7m5)" userId="S::marti7m5@mail.uc.edu::b64b2d5f-736f-449e-b03c-893145655ec0" providerId="AD" clId="Web-{44CCBF1C-F393-A760-4BBC-1345D8ADED23}" dt="2025-11-25T02:05:15.015" v="17"/>
          <ac:spMkLst>
            <pc:docMk/>
            <pc:sldMk cId="3552124515" sldId="258"/>
            <ac:spMk id="3" creationId="{F1D0D8D9-16D1-EC04-1C6A-FAFE2B90DE5B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05:15.015" v="17"/>
          <ac:spMkLst>
            <pc:docMk/>
            <pc:sldMk cId="3552124515" sldId="258"/>
            <ac:spMk id="9" creationId="{660EB578-C970-4186-B93C-45851BBC6E34}"/>
          </ac:spMkLst>
        </pc:spChg>
        <pc:picChg chg="add">
          <ac:chgData name="Martina, Michael (marti7m5)" userId="S::marti7m5@mail.uc.edu::b64b2d5f-736f-449e-b03c-893145655ec0" providerId="AD" clId="Web-{44CCBF1C-F393-A760-4BBC-1345D8ADED23}" dt="2025-11-25T02:05:15.015" v="17"/>
          <ac:picMkLst>
            <pc:docMk/>
            <pc:sldMk cId="3552124515" sldId="258"/>
            <ac:picMk id="5" creationId="{C293BEF3-A381-B3A3-67FC-8FC6BA6B6158}"/>
          </ac:picMkLst>
        </pc:picChg>
        <pc:cxnChg chg="add">
          <ac:chgData name="Martina, Michael (marti7m5)" userId="S::marti7m5@mail.uc.edu::b64b2d5f-736f-449e-b03c-893145655ec0" providerId="AD" clId="Web-{44CCBF1C-F393-A760-4BBC-1345D8ADED23}" dt="2025-11-25T02:05:15.015" v="17"/>
          <ac:cxnSpMkLst>
            <pc:docMk/>
            <pc:sldMk cId="3552124515" sldId="258"/>
            <ac:cxnSpMk id="11" creationId="{CDF57B02-07BB-407B-BB36-06D9C64A673E}"/>
          </ac:cxnSpMkLst>
        </pc:cxnChg>
        <pc:cxnChg chg="add">
          <ac:chgData name="Martina, Michael (marti7m5)" userId="S::marti7m5@mail.uc.edu::b64b2d5f-736f-449e-b03c-893145655ec0" providerId="AD" clId="Web-{44CCBF1C-F393-A760-4BBC-1345D8ADED23}" dt="2025-11-25T02:05:15.015" v="17"/>
          <ac:cxnSpMkLst>
            <pc:docMk/>
            <pc:sldMk cId="3552124515" sldId="258"/>
            <ac:cxnSpMk id="13" creationId="{C6855964-C920-48EB-8804-74291211C8A9}"/>
          </ac:cxnSpMkLst>
        </pc:cxnChg>
      </pc:sldChg>
      <pc:sldChg chg="addSp delSp modSp add mod replId setBg">
        <pc:chgData name="Martina, Michael (marti7m5)" userId="S::marti7m5@mail.uc.edu::b64b2d5f-736f-449e-b03c-893145655ec0" providerId="AD" clId="Web-{44CCBF1C-F393-A760-4BBC-1345D8ADED23}" dt="2025-11-25T02:09:07.472" v="69"/>
        <pc:sldMkLst>
          <pc:docMk/>
          <pc:sldMk cId="4246923816" sldId="260"/>
        </pc:sldMkLst>
        <pc:spChg chg="mod">
          <ac:chgData name="Martina, Michael (marti7m5)" userId="S::marti7m5@mail.uc.edu::b64b2d5f-736f-449e-b03c-893145655ec0" providerId="AD" clId="Web-{44CCBF1C-F393-A760-4BBC-1345D8ADED23}" dt="2025-11-25T02:09:07.472" v="69"/>
          <ac:spMkLst>
            <pc:docMk/>
            <pc:sldMk cId="4246923816" sldId="260"/>
            <ac:spMk id="2" creationId="{2B238446-A062-C4EA-3F4C-302570C8B83E}"/>
          </ac:spMkLst>
        </pc:spChg>
        <pc:spChg chg="add del mod">
          <ac:chgData name="Martina, Michael (marti7m5)" userId="S::marti7m5@mail.uc.edu::b64b2d5f-736f-449e-b03c-893145655ec0" providerId="AD" clId="Web-{44CCBF1C-F393-A760-4BBC-1345D8ADED23}" dt="2025-11-25T02:09:07.472" v="69"/>
          <ac:spMkLst>
            <pc:docMk/>
            <pc:sldMk cId="4246923816" sldId="260"/>
            <ac:spMk id="3" creationId="{E065FBA5-BD4C-479B-5623-233202F53FF5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8:01.031" v="49"/>
          <ac:spMkLst>
            <pc:docMk/>
            <pc:sldMk cId="4246923816" sldId="260"/>
            <ac:spMk id="6" creationId="{F68B2C62-7648-4430-90D5-AE0F252AF113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6:30.312" v="24"/>
          <ac:spMkLst>
            <pc:docMk/>
            <pc:sldMk cId="4246923816" sldId="260"/>
            <ac:spMk id="9" creationId="{660EB578-C970-4186-B93C-45851BBC6E34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7:54.235" v="42"/>
          <ac:spMkLst>
            <pc:docMk/>
            <pc:sldMk cId="4246923816" sldId="260"/>
            <ac:spMk id="10" creationId="{E49D7415-2F11-44C2-B6AA-13A25B6814B9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7:20.594" v="34"/>
          <ac:spMkLst>
            <pc:docMk/>
            <pc:sldMk cId="4246923816" sldId="260"/>
            <ac:spMk id="15" creationId="{F68B2C62-7648-4430-90D5-AE0F252AF113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7:57.016" v="44"/>
          <ac:spMkLst>
            <pc:docMk/>
            <pc:sldMk cId="4246923816" sldId="260"/>
            <ac:spMk id="21" creationId="{33E93247-6229-44AB-A550-739E971E690B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8:13.470" v="51"/>
          <ac:spMkLst>
            <pc:docMk/>
            <pc:sldMk cId="4246923816" sldId="260"/>
            <ac:spMk id="22" creationId="{F68B2C62-7648-4430-90D5-AE0F252AF113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9:07.456" v="68"/>
          <ac:spMkLst>
            <pc:docMk/>
            <pc:sldMk cId="4246923816" sldId="260"/>
            <ac:spMk id="25" creationId="{F68B2C62-7648-4430-90D5-AE0F252AF113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8:18.329" v="53"/>
          <ac:spMkLst>
            <pc:docMk/>
            <pc:sldMk cId="4246923816" sldId="260"/>
            <ac:spMk id="26" creationId="{F68B2C62-7648-4430-90D5-AE0F252AF113}"/>
          </ac:spMkLst>
        </pc:spChg>
        <pc:spChg chg="add del">
          <ac:chgData name="Martina, Michael (marti7m5)" userId="S::marti7m5@mail.uc.edu::b64b2d5f-736f-449e-b03c-893145655ec0" providerId="AD" clId="Web-{44CCBF1C-F393-A760-4BBC-1345D8ADED23}" dt="2025-11-25T02:08:27.501" v="55"/>
          <ac:spMkLst>
            <pc:docMk/>
            <pc:sldMk cId="4246923816" sldId="260"/>
            <ac:spMk id="30" creationId="{F68B2C62-7648-4430-90D5-AE0F252AF113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09:07.472" v="69"/>
          <ac:spMkLst>
            <pc:docMk/>
            <pc:sldMk cId="4246923816" sldId="260"/>
            <ac:spMk id="36" creationId="{E49D7415-2F11-44C2-B6AA-13A25B6814B9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09:07.472" v="69"/>
          <ac:spMkLst>
            <pc:docMk/>
            <pc:sldMk cId="4246923816" sldId="260"/>
            <ac:spMk id="38" creationId="{E065FBA5-BD4C-479B-5623-233202F53FF5}"/>
          </ac:spMkLst>
        </pc:spChg>
        <pc:graphicFrameChg chg="add del mod modGraphic">
          <ac:chgData name="Martina, Michael (marti7m5)" userId="S::marti7m5@mail.uc.edu::b64b2d5f-736f-449e-b03c-893145655ec0" providerId="AD" clId="Web-{44CCBF1C-F393-A760-4BBC-1345D8ADED23}" dt="2025-11-25T02:08:01.031" v="49"/>
          <ac:graphicFrameMkLst>
            <pc:docMk/>
            <pc:sldMk cId="4246923816" sldId="260"/>
            <ac:graphicFrameMk id="8" creationId="{E4ACDBAF-4573-3AEA-4DC4-E249E7CDB70F}"/>
          </ac:graphicFrameMkLst>
        </pc:graphicFrameChg>
        <pc:graphicFrameChg chg="add del mod">
          <ac:chgData name="Martina, Michael (marti7m5)" userId="S::marti7m5@mail.uc.edu::b64b2d5f-736f-449e-b03c-893145655ec0" providerId="AD" clId="Web-{44CCBF1C-F393-A760-4BBC-1345D8ADED23}" dt="2025-11-25T02:07:20.594" v="34"/>
          <ac:graphicFrameMkLst>
            <pc:docMk/>
            <pc:sldMk cId="4246923816" sldId="260"/>
            <ac:graphicFrameMk id="17" creationId="{20244108-1D1F-3D20-EB74-E5725D83267D}"/>
          </ac:graphicFrameMkLst>
        </pc:graphicFrameChg>
        <pc:graphicFrameChg chg="add del">
          <ac:chgData name="Martina, Michael (marti7m5)" userId="S::marti7m5@mail.uc.edu::b64b2d5f-736f-449e-b03c-893145655ec0" providerId="AD" clId="Web-{44CCBF1C-F393-A760-4BBC-1345D8ADED23}" dt="2025-11-25T02:08:13.470" v="51"/>
          <ac:graphicFrameMkLst>
            <pc:docMk/>
            <pc:sldMk cId="4246923816" sldId="260"/>
            <ac:graphicFrameMk id="24" creationId="{739108B0-E1A2-7811-AE1F-20F6F0022ED1}"/>
          </ac:graphicFrameMkLst>
        </pc:graphicFrameChg>
        <pc:graphicFrameChg chg="add del">
          <ac:chgData name="Martina, Michael (marti7m5)" userId="S::marti7m5@mail.uc.edu::b64b2d5f-736f-449e-b03c-893145655ec0" providerId="AD" clId="Web-{44CCBF1C-F393-A760-4BBC-1345D8ADED23}" dt="2025-11-25T02:08:18.329" v="53"/>
          <ac:graphicFrameMkLst>
            <pc:docMk/>
            <pc:sldMk cId="4246923816" sldId="260"/>
            <ac:graphicFrameMk id="28" creationId="{FDA7B359-5E6D-55DC-5BEA-EA44F591D71F}"/>
          </ac:graphicFrameMkLst>
        </pc:graphicFrameChg>
        <pc:graphicFrameChg chg="add del">
          <ac:chgData name="Martina, Michael (marti7m5)" userId="S::marti7m5@mail.uc.edu::b64b2d5f-736f-449e-b03c-893145655ec0" providerId="AD" clId="Web-{44CCBF1C-F393-A760-4BBC-1345D8ADED23}" dt="2025-11-25T02:06:50.016" v="28"/>
          <ac:graphicFrameMkLst>
            <pc:docMk/>
            <pc:sldMk cId="4246923816" sldId="260"/>
            <ac:graphicFrameMk id="32" creationId="{5B8F3D93-348A-F300-6A80-C9ED320E42A9}"/>
          </ac:graphicFrameMkLst>
        </pc:graphicFrameChg>
        <pc:graphicFrameChg chg="add del">
          <ac:chgData name="Martina, Michael (marti7m5)" userId="S::marti7m5@mail.uc.edu::b64b2d5f-736f-449e-b03c-893145655ec0" providerId="AD" clId="Web-{44CCBF1C-F393-A760-4BBC-1345D8ADED23}" dt="2025-11-25T02:08:27.501" v="55"/>
          <ac:graphicFrameMkLst>
            <pc:docMk/>
            <pc:sldMk cId="4246923816" sldId="260"/>
            <ac:graphicFrameMk id="33" creationId="{739108B0-E1A2-7811-AE1F-20F6F0022ED1}"/>
          </ac:graphicFrameMkLst>
        </pc:graphicFrameChg>
        <pc:graphicFrameChg chg="add del">
          <ac:chgData name="Martina, Michael (marti7m5)" userId="S::marti7m5@mail.uc.edu::b64b2d5f-736f-449e-b03c-893145655ec0" providerId="AD" clId="Web-{44CCBF1C-F393-A760-4BBC-1345D8ADED23}" dt="2025-11-25T02:09:07.456" v="68"/>
          <ac:graphicFrameMkLst>
            <pc:docMk/>
            <pc:sldMk cId="4246923816" sldId="260"/>
            <ac:graphicFrameMk id="34" creationId="{D129387F-D5EC-5C35-6F24-1D3517186CEE}"/>
          </ac:graphicFrameMkLst>
        </pc:graphicFrameChg>
        <pc:picChg chg="add del">
          <ac:chgData name="Martina, Michael (marti7m5)" userId="S::marti7m5@mail.uc.edu::b64b2d5f-736f-449e-b03c-893145655ec0" providerId="AD" clId="Web-{44CCBF1C-F393-A760-4BBC-1345D8ADED23}" dt="2025-11-25T02:06:30.312" v="24"/>
          <ac:picMkLst>
            <pc:docMk/>
            <pc:sldMk cId="4246923816" sldId="260"/>
            <ac:picMk id="5" creationId="{FCC543F2-50DD-BBF3-3620-D34E947FA489}"/>
          </ac:picMkLst>
        </pc:picChg>
        <pc:picChg chg="add">
          <ac:chgData name="Martina, Michael (marti7m5)" userId="S::marti7m5@mail.uc.edu::b64b2d5f-736f-449e-b03c-893145655ec0" providerId="AD" clId="Web-{44CCBF1C-F393-A760-4BBC-1345D8ADED23}" dt="2025-11-25T02:09:07.472" v="69"/>
          <ac:picMkLst>
            <pc:docMk/>
            <pc:sldMk cId="4246923816" sldId="260"/>
            <ac:picMk id="39" creationId="{E5EC0026-F415-0DF2-0FF4-55E6D86E8391}"/>
          </ac:picMkLst>
        </pc:picChg>
        <pc:cxnChg chg="add del">
          <ac:chgData name="Martina, Michael (marti7m5)" userId="S::marti7m5@mail.uc.edu::b64b2d5f-736f-449e-b03c-893145655ec0" providerId="AD" clId="Web-{44CCBF1C-F393-A760-4BBC-1345D8ADED23}" dt="2025-11-25T02:08:01.031" v="49"/>
          <ac:cxnSpMkLst>
            <pc:docMk/>
            <pc:sldMk cId="4246923816" sldId="260"/>
            <ac:cxnSpMk id="7" creationId="{4BFD5B9F-5FB6-467D-83D5-DF82F1907354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6:30.312" v="24"/>
          <ac:cxnSpMkLst>
            <pc:docMk/>
            <pc:sldMk cId="4246923816" sldId="260"/>
            <ac:cxnSpMk id="11" creationId="{CDF57B02-07BB-407B-BB36-06D9C64A673E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54.235" v="42"/>
          <ac:cxnSpMkLst>
            <pc:docMk/>
            <pc:sldMk cId="4246923816" sldId="260"/>
            <ac:cxnSpMk id="12" creationId="{A7C10D4C-8DED-200E-3237-3345F3F2A188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6:30.312" v="24"/>
          <ac:cxnSpMkLst>
            <pc:docMk/>
            <pc:sldMk cId="4246923816" sldId="260"/>
            <ac:cxnSpMk id="13" creationId="{C6855964-C920-48EB-8804-74291211C8A9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54.235" v="42"/>
          <ac:cxnSpMkLst>
            <pc:docMk/>
            <pc:sldMk cId="4246923816" sldId="260"/>
            <ac:cxnSpMk id="14" creationId="{E8F7F80F-9EDD-0EEA-B6D7-E116EBA4FAD2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20.594" v="34"/>
          <ac:cxnSpMkLst>
            <pc:docMk/>
            <pc:sldMk cId="4246923816" sldId="260"/>
            <ac:cxnSpMk id="16" creationId="{4BFD5B9F-5FB6-467D-83D5-DF82F1907354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57.016" v="44"/>
          <ac:cxnSpMkLst>
            <pc:docMk/>
            <pc:sldMk cId="4246923816" sldId="260"/>
            <ac:cxnSpMk id="18" creationId="{F64F9B95-9045-48D2-B9F3-2927E98F54AA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57.016" v="44"/>
          <ac:cxnSpMkLst>
            <pc:docMk/>
            <pc:sldMk cId="4246923816" sldId="260"/>
            <ac:cxnSpMk id="19" creationId="{EE2E603F-4A95-4FE8-BB06-211DFD75DBEF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7:57.016" v="44"/>
          <ac:cxnSpMkLst>
            <pc:docMk/>
            <pc:sldMk cId="4246923816" sldId="260"/>
            <ac:cxnSpMk id="20" creationId="{085AA86F-6A4D-4BCB-A045-D992CDC2959B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8:13.470" v="51"/>
          <ac:cxnSpMkLst>
            <pc:docMk/>
            <pc:sldMk cId="4246923816" sldId="260"/>
            <ac:cxnSpMk id="23" creationId="{4BFD5B9F-5FB6-467D-83D5-DF82F1907354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8:18.329" v="53"/>
          <ac:cxnSpMkLst>
            <pc:docMk/>
            <pc:sldMk cId="4246923816" sldId="260"/>
            <ac:cxnSpMk id="27" creationId="{9BB96FAB-CCBF-4D1E-9D0D-B038ACC29BD0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9:07.456" v="68"/>
          <ac:cxnSpMkLst>
            <pc:docMk/>
            <pc:sldMk cId="4246923816" sldId="260"/>
            <ac:cxnSpMk id="29" creationId="{4BFD5B9F-5FB6-467D-83D5-DF82F1907354}"/>
          </ac:cxnSpMkLst>
        </pc:cxnChg>
        <pc:cxnChg chg="add del">
          <ac:chgData name="Martina, Michael (marti7m5)" userId="S::marti7m5@mail.uc.edu::b64b2d5f-736f-449e-b03c-893145655ec0" providerId="AD" clId="Web-{44CCBF1C-F393-A760-4BBC-1345D8ADED23}" dt="2025-11-25T02:08:27.501" v="55"/>
          <ac:cxnSpMkLst>
            <pc:docMk/>
            <pc:sldMk cId="4246923816" sldId="260"/>
            <ac:cxnSpMk id="31" creationId="{4BFD5B9F-5FB6-467D-83D5-DF82F1907354}"/>
          </ac:cxnSpMkLst>
        </pc:cxnChg>
        <pc:cxnChg chg="add">
          <ac:chgData name="Martina, Michael (marti7m5)" userId="S::marti7m5@mail.uc.edu::b64b2d5f-736f-449e-b03c-893145655ec0" providerId="AD" clId="Web-{44CCBF1C-F393-A760-4BBC-1345D8ADED23}" dt="2025-11-25T02:09:07.472" v="69"/>
          <ac:cxnSpMkLst>
            <pc:docMk/>
            <pc:sldMk cId="4246923816" sldId="260"/>
            <ac:cxnSpMk id="37" creationId="{8E813B4C-6731-0B72-5252-A79AB0E20B58}"/>
          </ac:cxnSpMkLst>
        </pc:cxnChg>
        <pc:cxnChg chg="add">
          <ac:chgData name="Martina, Michael (marti7m5)" userId="S::marti7m5@mail.uc.edu::b64b2d5f-736f-449e-b03c-893145655ec0" providerId="AD" clId="Web-{44CCBF1C-F393-A760-4BBC-1345D8ADED23}" dt="2025-11-25T02:09:07.472" v="69"/>
          <ac:cxnSpMkLst>
            <pc:docMk/>
            <pc:sldMk cId="4246923816" sldId="260"/>
            <ac:cxnSpMk id="40" creationId="{6E0E8146-6E65-2E6C-0C86-547E3C925406}"/>
          </ac:cxnSpMkLst>
        </pc:cxnChg>
      </pc:sldChg>
      <pc:sldChg chg="addSp delSp modSp add mod replId setBg">
        <pc:chgData name="Martina, Michael (marti7m5)" userId="S::marti7m5@mail.uc.edu::b64b2d5f-736f-449e-b03c-893145655ec0" providerId="AD" clId="Web-{44CCBF1C-F393-A760-4BBC-1345D8ADED23}" dt="2025-11-25T02:09:40.801" v="75"/>
        <pc:sldMkLst>
          <pc:docMk/>
          <pc:sldMk cId="2226092835" sldId="261"/>
        </pc:sldMkLst>
        <pc:spChg chg="mod">
          <ac:chgData name="Martina, Michael (marti7m5)" userId="S::marti7m5@mail.uc.edu::b64b2d5f-736f-449e-b03c-893145655ec0" providerId="AD" clId="Web-{44CCBF1C-F393-A760-4BBC-1345D8ADED23}" dt="2025-11-25T02:09:40.801" v="75"/>
          <ac:spMkLst>
            <pc:docMk/>
            <pc:sldMk cId="2226092835" sldId="261"/>
            <ac:spMk id="2" creationId="{BDDF5BBD-50FC-E23A-3AFA-78BF3954E627}"/>
          </ac:spMkLst>
        </pc:spChg>
        <pc:spChg chg="del mod">
          <ac:chgData name="Martina, Michael (marti7m5)" userId="S::marti7m5@mail.uc.edu::b64b2d5f-736f-449e-b03c-893145655ec0" providerId="AD" clId="Web-{44CCBF1C-F393-A760-4BBC-1345D8ADED23}" dt="2025-11-25T02:09:40.801" v="75"/>
          <ac:spMkLst>
            <pc:docMk/>
            <pc:sldMk cId="2226092835" sldId="261"/>
            <ac:spMk id="3" creationId="{D0C83422-1769-CD47-037B-E1388566C9B8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09:40.801" v="75"/>
          <ac:spMkLst>
            <pc:docMk/>
            <pc:sldMk cId="2226092835" sldId="261"/>
            <ac:spMk id="9" creationId="{F68B2C62-7648-4430-90D5-AE0F252AF113}"/>
          </ac:spMkLst>
        </pc:spChg>
        <pc:graphicFrameChg chg="add">
          <ac:chgData name="Martina, Michael (marti7m5)" userId="S::marti7m5@mail.uc.edu::b64b2d5f-736f-449e-b03c-893145655ec0" providerId="AD" clId="Web-{44CCBF1C-F393-A760-4BBC-1345D8ADED23}" dt="2025-11-25T02:09:40.801" v="75"/>
          <ac:graphicFrameMkLst>
            <pc:docMk/>
            <pc:sldMk cId="2226092835" sldId="261"/>
            <ac:graphicFrameMk id="5" creationId="{FA407006-7224-CFA4-1562-C26205E3DF2C}"/>
          </ac:graphicFrameMkLst>
        </pc:graphicFrameChg>
        <pc:cxnChg chg="add">
          <ac:chgData name="Martina, Michael (marti7m5)" userId="S::marti7m5@mail.uc.edu::b64b2d5f-736f-449e-b03c-893145655ec0" providerId="AD" clId="Web-{44CCBF1C-F393-A760-4BBC-1345D8ADED23}" dt="2025-11-25T02:09:40.801" v="75"/>
          <ac:cxnSpMkLst>
            <pc:docMk/>
            <pc:sldMk cId="2226092835" sldId="261"/>
            <ac:cxnSpMk id="11" creationId="{AAD0195E-7F27-4D06-9427-0C121D721A14}"/>
          </ac:cxnSpMkLst>
        </pc:cxnChg>
        <pc:cxnChg chg="add">
          <ac:chgData name="Martina, Michael (marti7m5)" userId="S::marti7m5@mail.uc.edu::b64b2d5f-736f-449e-b03c-893145655ec0" providerId="AD" clId="Web-{44CCBF1C-F393-A760-4BBC-1345D8ADED23}" dt="2025-11-25T02:09:40.801" v="75"/>
          <ac:cxnSpMkLst>
            <pc:docMk/>
            <pc:sldMk cId="2226092835" sldId="261"/>
            <ac:cxnSpMk id="13" creationId="{9D74C2FC-3228-4FC1-B97B-87AD35508D91}"/>
          </ac:cxnSpMkLst>
        </pc:cxnChg>
      </pc:sldChg>
      <pc:sldChg chg="addSp modSp add mod replId setBg">
        <pc:chgData name="Martina, Michael (marti7m5)" userId="S::marti7m5@mail.uc.edu::b64b2d5f-736f-449e-b03c-893145655ec0" providerId="AD" clId="Web-{44CCBF1C-F393-A760-4BBC-1345D8ADED23}" dt="2025-11-25T02:11:03.600" v="90"/>
        <pc:sldMkLst>
          <pc:docMk/>
          <pc:sldMk cId="1937193625" sldId="262"/>
        </pc:sldMkLst>
        <pc:spChg chg="mod">
          <ac:chgData name="Martina, Michael (marti7m5)" userId="S::marti7m5@mail.uc.edu::b64b2d5f-736f-449e-b03c-893145655ec0" providerId="AD" clId="Web-{44CCBF1C-F393-A760-4BBC-1345D8ADED23}" dt="2025-11-25T02:11:03.600" v="90"/>
          <ac:spMkLst>
            <pc:docMk/>
            <pc:sldMk cId="1937193625" sldId="262"/>
            <ac:spMk id="2" creationId="{DBBB28AE-C1B3-D7B9-1F8B-CF654260DFCB}"/>
          </ac:spMkLst>
        </pc:spChg>
        <pc:spChg chg="mod">
          <ac:chgData name="Martina, Michael (marti7m5)" userId="S::marti7m5@mail.uc.edu::b64b2d5f-736f-449e-b03c-893145655ec0" providerId="AD" clId="Web-{44CCBF1C-F393-A760-4BBC-1345D8ADED23}" dt="2025-11-25T02:11:03.600" v="90"/>
          <ac:spMkLst>
            <pc:docMk/>
            <pc:sldMk cId="1937193625" sldId="262"/>
            <ac:spMk id="3" creationId="{5DF8DC93-EF68-45A3-DA82-C098E5E92773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11:03.600" v="90"/>
          <ac:spMkLst>
            <pc:docMk/>
            <pc:sldMk cId="1937193625" sldId="262"/>
            <ac:spMk id="10" creationId="{E49D7415-2F11-44C2-B6AA-13A25B6814B9}"/>
          </ac:spMkLst>
        </pc:spChg>
        <pc:picChg chg="add">
          <ac:chgData name="Martina, Michael (marti7m5)" userId="S::marti7m5@mail.uc.edu::b64b2d5f-736f-449e-b03c-893145655ec0" providerId="AD" clId="Web-{44CCBF1C-F393-A760-4BBC-1345D8ADED23}" dt="2025-11-25T02:11:03.600" v="90"/>
          <ac:picMkLst>
            <pc:docMk/>
            <pc:sldMk cId="1937193625" sldId="262"/>
            <ac:picMk id="7" creationId="{68C6CF16-9FE5-17FF-8AC9-6C1B4A9F561A}"/>
          </ac:picMkLst>
        </pc:picChg>
        <pc:cxnChg chg="add">
          <ac:chgData name="Martina, Michael (marti7m5)" userId="S::marti7m5@mail.uc.edu::b64b2d5f-736f-449e-b03c-893145655ec0" providerId="AD" clId="Web-{44CCBF1C-F393-A760-4BBC-1345D8ADED23}" dt="2025-11-25T02:11:03.600" v="90"/>
          <ac:cxnSpMkLst>
            <pc:docMk/>
            <pc:sldMk cId="1937193625" sldId="262"/>
            <ac:cxnSpMk id="12" creationId="{8E813B4C-6731-0B72-5252-A79AB0E20B58}"/>
          </ac:cxnSpMkLst>
        </pc:cxnChg>
        <pc:cxnChg chg="add">
          <ac:chgData name="Martina, Michael (marti7m5)" userId="S::marti7m5@mail.uc.edu::b64b2d5f-736f-449e-b03c-893145655ec0" providerId="AD" clId="Web-{44CCBF1C-F393-A760-4BBC-1345D8ADED23}" dt="2025-11-25T02:11:03.600" v="90"/>
          <ac:cxnSpMkLst>
            <pc:docMk/>
            <pc:sldMk cId="1937193625" sldId="262"/>
            <ac:cxnSpMk id="14" creationId="{6E0E8146-6E65-2E6C-0C86-547E3C925406}"/>
          </ac:cxnSpMkLst>
        </pc:cxnChg>
      </pc:sldChg>
      <pc:sldChg chg="addSp delSp modSp add mod replId setBg">
        <pc:chgData name="Martina, Michael (marti7m5)" userId="S::marti7m5@mail.uc.edu::b64b2d5f-736f-449e-b03c-893145655ec0" providerId="AD" clId="Web-{44CCBF1C-F393-A760-4BBC-1345D8ADED23}" dt="2025-11-25T02:11:11.397" v="91"/>
        <pc:sldMkLst>
          <pc:docMk/>
          <pc:sldMk cId="2261172153" sldId="263"/>
        </pc:sldMkLst>
        <pc:spChg chg="mod">
          <ac:chgData name="Martina, Michael (marti7m5)" userId="S::marti7m5@mail.uc.edu::b64b2d5f-736f-449e-b03c-893145655ec0" providerId="AD" clId="Web-{44CCBF1C-F393-A760-4BBC-1345D8ADED23}" dt="2025-11-25T02:11:11.397" v="91"/>
          <ac:spMkLst>
            <pc:docMk/>
            <pc:sldMk cId="2261172153" sldId="263"/>
            <ac:spMk id="2" creationId="{81C547E6-7A43-DEC3-D2A4-C8EE268F74C7}"/>
          </ac:spMkLst>
        </pc:spChg>
        <pc:spChg chg="del mod">
          <ac:chgData name="Martina, Michael (marti7m5)" userId="S::marti7m5@mail.uc.edu::b64b2d5f-736f-449e-b03c-893145655ec0" providerId="AD" clId="Web-{44CCBF1C-F393-A760-4BBC-1345D8ADED23}" dt="2025-11-25T02:11:11.397" v="91"/>
          <ac:spMkLst>
            <pc:docMk/>
            <pc:sldMk cId="2261172153" sldId="263"/>
            <ac:spMk id="3" creationId="{8878BBDA-6412-CAC8-F72F-8DFB2847F489}"/>
          </ac:spMkLst>
        </pc:spChg>
        <pc:spChg chg="add">
          <ac:chgData name="Martina, Michael (marti7m5)" userId="S::marti7m5@mail.uc.edu::b64b2d5f-736f-449e-b03c-893145655ec0" providerId="AD" clId="Web-{44CCBF1C-F393-A760-4BBC-1345D8ADED23}" dt="2025-11-25T02:11:11.397" v="91"/>
          <ac:spMkLst>
            <pc:docMk/>
            <pc:sldMk cId="2261172153" sldId="263"/>
            <ac:spMk id="9" creationId="{F68B2C62-7648-4430-90D5-AE0F252AF113}"/>
          </ac:spMkLst>
        </pc:spChg>
        <pc:graphicFrameChg chg="add">
          <ac:chgData name="Martina, Michael (marti7m5)" userId="S::marti7m5@mail.uc.edu::b64b2d5f-736f-449e-b03c-893145655ec0" providerId="AD" clId="Web-{44CCBF1C-F393-A760-4BBC-1345D8ADED23}" dt="2025-11-25T02:11:11.397" v="91"/>
          <ac:graphicFrameMkLst>
            <pc:docMk/>
            <pc:sldMk cId="2261172153" sldId="263"/>
            <ac:graphicFrameMk id="5" creationId="{5D863DF7-A827-03AB-6D88-576098B21B2F}"/>
          </ac:graphicFrameMkLst>
        </pc:graphicFrameChg>
        <pc:cxnChg chg="add">
          <ac:chgData name="Martina, Michael (marti7m5)" userId="S::marti7m5@mail.uc.edu::b64b2d5f-736f-449e-b03c-893145655ec0" providerId="AD" clId="Web-{44CCBF1C-F393-A760-4BBC-1345D8ADED23}" dt="2025-11-25T02:11:11.397" v="91"/>
          <ac:cxnSpMkLst>
            <pc:docMk/>
            <pc:sldMk cId="2261172153" sldId="263"/>
            <ac:cxnSpMk id="11" creationId="{4BFD5B9F-5FB6-467D-83D5-DF82F1907354}"/>
          </ac:cxnSpMkLst>
        </pc:cxnChg>
      </pc:sldChg>
      <pc:sldChg chg="add replId">
        <pc:chgData name="Martina, Michael (marti7m5)" userId="S::marti7m5@mail.uc.edu::b64b2d5f-736f-449e-b03c-893145655ec0" providerId="AD" clId="Web-{44CCBF1C-F393-A760-4BBC-1345D8ADED23}" dt="2025-11-25T02:10:33.302" v="82"/>
        <pc:sldMkLst>
          <pc:docMk/>
          <pc:sldMk cId="2731415775" sldId="264"/>
        </pc:sldMkLst>
      </pc:sldChg>
      <pc:sldChg chg="add replId">
        <pc:chgData name="Martina, Michael (marti7m5)" userId="S::marti7m5@mail.uc.edu::b64b2d5f-736f-449e-b03c-893145655ec0" providerId="AD" clId="Web-{44CCBF1C-F393-A760-4BBC-1345D8ADED23}" dt="2025-11-25T02:10:34.943" v="83"/>
        <pc:sldMkLst>
          <pc:docMk/>
          <pc:sldMk cId="3076521279" sldId="265"/>
        </pc:sldMkLst>
      </pc:sldChg>
    </pc:docChg>
  </pc:docChgLst>
  <pc:docChgLst>
    <pc:chgData name="Collier, Jacob (colliej8)" userId="S::colliej8@mail.uc.edu::419bd107-74b1-4af9-bd6c-7eee9528f1ff" providerId="AD" clId="Web-{4B2487CE-7120-09D6-007B-C95FD35FDEB8}"/>
    <pc:docChg chg="addSld modSld">
      <pc:chgData name="Collier, Jacob (colliej8)" userId="S::colliej8@mail.uc.edu::419bd107-74b1-4af9-bd6c-7eee9528f1ff" providerId="AD" clId="Web-{4B2487CE-7120-09D6-007B-C95FD35FDEB8}" dt="2025-11-25T01:46:22.289" v="614" actId="20577"/>
      <pc:docMkLst>
        <pc:docMk/>
      </pc:docMkLst>
      <pc:sldChg chg="new">
        <pc:chgData name="Collier, Jacob (colliej8)" userId="S::colliej8@mail.uc.edu::419bd107-74b1-4af9-bd6c-7eee9528f1ff" providerId="AD" clId="Web-{4B2487CE-7120-09D6-007B-C95FD35FDEB8}" dt="2025-11-25T01:23:56.629" v="0"/>
        <pc:sldMkLst>
          <pc:docMk/>
          <pc:sldMk cId="3552124515" sldId="258"/>
        </pc:sldMkLst>
      </pc:sldChg>
      <pc:sldChg chg="addSp delSp modSp new mod setBg">
        <pc:chgData name="Collier, Jacob (colliej8)" userId="S::colliej8@mail.uc.edu::419bd107-74b1-4af9-bd6c-7eee9528f1ff" providerId="AD" clId="Web-{4B2487CE-7120-09D6-007B-C95FD35FDEB8}" dt="2025-11-25T01:46:22.289" v="614" actId="20577"/>
        <pc:sldMkLst>
          <pc:docMk/>
          <pc:sldMk cId="4136954950" sldId="259"/>
        </pc:sldMkLst>
        <pc:spChg chg="mod">
          <ac:chgData name="Collier, Jacob (colliej8)" userId="S::colliej8@mail.uc.edu::419bd107-74b1-4af9-bd6c-7eee9528f1ff" providerId="AD" clId="Web-{4B2487CE-7120-09D6-007B-C95FD35FDEB8}" dt="2025-11-25T01:33:04.356" v="527" actId="20577"/>
          <ac:spMkLst>
            <pc:docMk/>
            <pc:sldMk cId="4136954950" sldId="259"/>
            <ac:spMk id="2" creationId="{43B2129A-214E-56D5-AC15-AAA35D39D8C1}"/>
          </ac:spMkLst>
        </pc:spChg>
        <pc:spChg chg="mod">
          <ac:chgData name="Collier, Jacob (colliej8)" userId="S::colliej8@mail.uc.edu::419bd107-74b1-4af9-bd6c-7eee9528f1ff" providerId="AD" clId="Web-{4B2487CE-7120-09D6-007B-C95FD35FDEB8}" dt="2025-11-25T01:46:22.289" v="614" actId="20577"/>
          <ac:spMkLst>
            <pc:docMk/>
            <pc:sldMk cId="4136954950" sldId="259"/>
            <ac:spMk id="3" creationId="{BA7D38C0-396A-D084-2E76-305315C542EF}"/>
          </ac:spMkLst>
        </pc:spChg>
        <pc:spChg chg="add del mod">
          <ac:chgData name="Collier, Jacob (colliej8)" userId="S::colliej8@mail.uc.edu::419bd107-74b1-4af9-bd6c-7eee9528f1ff" providerId="AD" clId="Web-{4B2487CE-7120-09D6-007B-C95FD35FDEB8}" dt="2025-11-25T01:29:36.438" v="431"/>
          <ac:spMkLst>
            <pc:docMk/>
            <pc:sldMk cId="4136954950" sldId="259"/>
            <ac:spMk id="4" creationId="{93F44914-5B98-8D5F-A1D8-9E360420ECC6}"/>
          </ac:spMkLst>
        </pc:spChg>
        <pc:spChg chg="add del">
          <ac:chgData name="Collier, Jacob (colliej8)" userId="S::colliej8@mail.uc.edu::419bd107-74b1-4af9-bd6c-7eee9528f1ff" providerId="AD" clId="Web-{4B2487CE-7120-09D6-007B-C95FD35FDEB8}" dt="2025-11-25T01:30:36.336" v="443"/>
          <ac:spMkLst>
            <pc:docMk/>
            <pc:sldMk cId="4136954950" sldId="259"/>
            <ac:spMk id="10" creationId="{E49D7415-2F11-44C2-B6AA-13A25B6814B9}"/>
          </ac:spMkLst>
        </pc:spChg>
        <pc:spChg chg="add del">
          <ac:chgData name="Collier, Jacob (colliej8)" userId="S::colliej8@mail.uc.edu::419bd107-74b1-4af9-bd6c-7eee9528f1ff" providerId="AD" clId="Web-{4B2487CE-7120-09D6-007B-C95FD35FDEB8}" dt="2025-11-25T01:30:47.383" v="445"/>
          <ac:spMkLst>
            <pc:docMk/>
            <pc:sldMk cId="4136954950" sldId="259"/>
            <ac:spMk id="16" creationId="{E49D7415-2F11-44C2-B6AA-13A25B6814B9}"/>
          </ac:spMkLst>
        </pc:spChg>
        <pc:spChg chg="add">
          <ac:chgData name="Collier, Jacob (colliej8)" userId="S::colliej8@mail.uc.edu::419bd107-74b1-4af9-bd6c-7eee9528f1ff" providerId="AD" clId="Web-{4B2487CE-7120-09D6-007B-C95FD35FDEB8}" dt="2025-11-25T01:30:47.399" v="446"/>
          <ac:spMkLst>
            <pc:docMk/>
            <pc:sldMk cId="4136954950" sldId="259"/>
            <ac:spMk id="19" creationId="{E49D7415-2F11-44C2-B6AA-13A25B6814B9}"/>
          </ac:spMkLst>
        </pc:spChg>
        <pc:graphicFrameChg chg="add del mod modGraphic">
          <ac:chgData name="Collier, Jacob (colliej8)" userId="S::colliej8@mail.uc.edu::419bd107-74b1-4af9-bd6c-7eee9528f1ff" providerId="AD" clId="Web-{4B2487CE-7120-09D6-007B-C95FD35FDEB8}" dt="2025-11-25T01:32:15.339" v="465"/>
          <ac:graphicFrameMkLst>
            <pc:docMk/>
            <pc:sldMk cId="4136954950" sldId="259"/>
            <ac:graphicFrameMk id="6" creationId="{3289CB9E-0634-E588-F55B-402C5E26B5E2}"/>
          </ac:graphicFrameMkLst>
        </pc:graphicFrameChg>
        <pc:picChg chg="add mod modCrop">
          <ac:chgData name="Collier, Jacob (colliej8)" userId="S::colliej8@mail.uc.edu::419bd107-74b1-4af9-bd6c-7eee9528f1ff" providerId="AD" clId="Web-{4B2487CE-7120-09D6-007B-C95FD35FDEB8}" dt="2025-11-25T01:30:47.399" v="446"/>
          <ac:picMkLst>
            <pc:docMk/>
            <pc:sldMk cId="4136954950" sldId="259"/>
            <ac:picMk id="5" creationId="{5B6DF518-7F36-5F99-6F48-21FA9FC5A371}"/>
          </ac:picMkLst>
        </pc:picChg>
        <pc:cxnChg chg="add del">
          <ac:chgData name="Collier, Jacob (colliej8)" userId="S::colliej8@mail.uc.edu::419bd107-74b1-4af9-bd6c-7eee9528f1ff" providerId="AD" clId="Web-{4B2487CE-7120-09D6-007B-C95FD35FDEB8}" dt="2025-11-25T01:30:36.336" v="443"/>
          <ac:cxnSpMkLst>
            <pc:docMk/>
            <pc:sldMk cId="4136954950" sldId="259"/>
            <ac:cxnSpMk id="12" creationId="{8E813B4C-6731-0B72-5252-A79AB0E20B58}"/>
          </ac:cxnSpMkLst>
        </pc:cxnChg>
        <pc:cxnChg chg="add del">
          <ac:chgData name="Collier, Jacob (colliej8)" userId="S::colliej8@mail.uc.edu::419bd107-74b1-4af9-bd6c-7eee9528f1ff" providerId="AD" clId="Web-{4B2487CE-7120-09D6-007B-C95FD35FDEB8}" dt="2025-11-25T01:30:36.336" v="443"/>
          <ac:cxnSpMkLst>
            <pc:docMk/>
            <pc:sldMk cId="4136954950" sldId="259"/>
            <ac:cxnSpMk id="14" creationId="{6E0E8146-6E65-2E6C-0C86-547E3C925406}"/>
          </ac:cxnSpMkLst>
        </pc:cxnChg>
        <pc:cxnChg chg="add del">
          <ac:chgData name="Collier, Jacob (colliej8)" userId="S::colliej8@mail.uc.edu::419bd107-74b1-4af9-bd6c-7eee9528f1ff" providerId="AD" clId="Web-{4B2487CE-7120-09D6-007B-C95FD35FDEB8}" dt="2025-11-25T01:30:47.383" v="445"/>
          <ac:cxnSpMkLst>
            <pc:docMk/>
            <pc:sldMk cId="4136954950" sldId="259"/>
            <ac:cxnSpMk id="17" creationId="{3815BE95-1337-20E2-B2EF-5DA486F72FCB}"/>
          </ac:cxnSpMkLst>
        </pc:cxnChg>
        <pc:cxnChg chg="add">
          <ac:chgData name="Collier, Jacob (colliej8)" userId="S::colliej8@mail.uc.edu::419bd107-74b1-4af9-bd6c-7eee9528f1ff" providerId="AD" clId="Web-{4B2487CE-7120-09D6-007B-C95FD35FDEB8}" dt="2025-11-25T01:30:47.399" v="446"/>
          <ac:cxnSpMkLst>
            <pc:docMk/>
            <pc:sldMk cId="4136954950" sldId="259"/>
            <ac:cxnSpMk id="20" creationId="{8E813B4C-6731-0B72-5252-A79AB0E20B58}"/>
          </ac:cxnSpMkLst>
        </pc:cxnChg>
        <pc:cxnChg chg="add">
          <ac:chgData name="Collier, Jacob (colliej8)" userId="S::colliej8@mail.uc.edu::419bd107-74b1-4af9-bd6c-7eee9528f1ff" providerId="AD" clId="Web-{4B2487CE-7120-09D6-007B-C95FD35FDEB8}" dt="2025-11-25T01:30:47.399" v="446"/>
          <ac:cxnSpMkLst>
            <pc:docMk/>
            <pc:sldMk cId="4136954950" sldId="259"/>
            <ac:cxnSpMk id="21" creationId="{6E0E8146-6E65-2E6C-0C86-547E3C925406}"/>
          </ac:cxnSpMkLst>
        </pc:cxnChg>
      </pc:sldChg>
    </pc:docChg>
  </pc:docChgLst>
  <pc:docChgLst>
    <pc:chgData name="Kalala, Denis (kalaladm)" userId="S::kalaladm@mail.uc.edu::60a1d8aa-2e95-4d67-a808-37e510a5fe5a" providerId="AD" clId="Web-{117A3EA9-D0C1-ED28-A322-6920FC85DC62}"/>
    <pc:docChg chg="modSld">
      <pc:chgData name="Kalala, Denis (kalaladm)" userId="S::kalaladm@mail.uc.edu::60a1d8aa-2e95-4d67-a808-37e510a5fe5a" providerId="AD" clId="Web-{117A3EA9-D0C1-ED28-A322-6920FC85DC62}" dt="2025-11-25T02:35:55.950" v="37" actId="20577"/>
      <pc:docMkLst>
        <pc:docMk/>
      </pc:docMkLst>
      <pc:sldChg chg="modSp">
        <pc:chgData name="Kalala, Denis (kalaladm)" userId="S::kalaladm@mail.uc.edu::60a1d8aa-2e95-4d67-a808-37e510a5fe5a" providerId="AD" clId="Web-{117A3EA9-D0C1-ED28-A322-6920FC85DC62}" dt="2025-11-25T02:35:55.950" v="37" actId="20577"/>
        <pc:sldMkLst>
          <pc:docMk/>
          <pc:sldMk cId="2731415775" sldId="264"/>
        </pc:sldMkLst>
        <pc:spChg chg="mod">
          <ac:chgData name="Kalala, Denis (kalaladm)" userId="S::kalaladm@mail.uc.edu::60a1d8aa-2e95-4d67-a808-37e510a5fe5a" providerId="AD" clId="Web-{117A3EA9-D0C1-ED28-A322-6920FC85DC62}" dt="2025-11-25T02:35:55.950" v="37" actId="20577"/>
          <ac:spMkLst>
            <pc:docMk/>
            <pc:sldMk cId="2731415775" sldId="264"/>
            <ac:spMk id="2" creationId="{06FA4579-E41F-75C4-2401-184398883F63}"/>
          </ac:spMkLst>
        </pc:spChg>
      </pc:sld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7F734C-4181-4763-B0F1-C6E270A65AF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F05A8EB2-50D4-4EDE-9584-EB5B69CCE6DB}">
      <dgm:prSet/>
      <dgm:spPr/>
      <dgm:t>
        <a:bodyPr/>
        <a:lstStyle/>
        <a:p>
          <a:pPr>
            <a:defRPr cap="all"/>
          </a:pPr>
          <a:r>
            <a:rPr lang="en-US"/>
            <a:t>User accounts</a:t>
          </a:r>
        </a:p>
      </dgm:t>
    </dgm:pt>
    <dgm:pt modelId="{AB9BAA84-7F5A-471B-A54F-7A39D6DF8C9F}" type="parTrans" cxnId="{86899DED-B02B-4851-9FAA-51300D4DCBAD}">
      <dgm:prSet/>
      <dgm:spPr/>
      <dgm:t>
        <a:bodyPr/>
        <a:lstStyle/>
        <a:p>
          <a:endParaRPr lang="en-US"/>
        </a:p>
      </dgm:t>
    </dgm:pt>
    <dgm:pt modelId="{38DC05CC-3256-47AE-B227-844C0DFA86CC}" type="sibTrans" cxnId="{86899DED-B02B-4851-9FAA-51300D4DCBAD}">
      <dgm:prSet/>
      <dgm:spPr/>
      <dgm:t>
        <a:bodyPr/>
        <a:lstStyle/>
        <a:p>
          <a:endParaRPr lang="en-US"/>
        </a:p>
      </dgm:t>
    </dgm:pt>
    <dgm:pt modelId="{9BF5A906-1225-4E3A-B155-DB78575BF3D4}">
      <dgm:prSet/>
      <dgm:spPr/>
      <dgm:t>
        <a:bodyPr/>
        <a:lstStyle/>
        <a:p>
          <a:pPr>
            <a:defRPr cap="all"/>
          </a:pPr>
          <a:r>
            <a:rPr lang="en-US"/>
            <a:t>Private storage</a:t>
          </a:r>
        </a:p>
      </dgm:t>
    </dgm:pt>
    <dgm:pt modelId="{F1C6C12C-8984-4DEA-B2C3-92656E463CCC}" type="parTrans" cxnId="{861C7185-124C-4FAB-A5DA-F515DC537AD3}">
      <dgm:prSet/>
      <dgm:spPr/>
      <dgm:t>
        <a:bodyPr/>
        <a:lstStyle/>
        <a:p>
          <a:endParaRPr lang="en-US"/>
        </a:p>
      </dgm:t>
    </dgm:pt>
    <dgm:pt modelId="{944D4212-3487-4DD5-8633-F7922FAF9297}" type="sibTrans" cxnId="{861C7185-124C-4FAB-A5DA-F515DC537AD3}">
      <dgm:prSet/>
      <dgm:spPr/>
      <dgm:t>
        <a:bodyPr/>
        <a:lstStyle/>
        <a:p>
          <a:endParaRPr lang="en-US"/>
        </a:p>
      </dgm:t>
    </dgm:pt>
    <dgm:pt modelId="{5DAC560F-276D-4153-887D-BCAC3F583F07}">
      <dgm:prSet/>
      <dgm:spPr/>
      <dgm:t>
        <a:bodyPr/>
        <a:lstStyle/>
        <a:p>
          <a:pPr>
            <a:defRPr cap="all"/>
          </a:pPr>
          <a:r>
            <a:rPr lang="en-US"/>
            <a:t>Authentication</a:t>
          </a:r>
        </a:p>
      </dgm:t>
    </dgm:pt>
    <dgm:pt modelId="{E4664616-A3A0-44D6-8517-037582087AAD}" type="parTrans" cxnId="{BDF6260E-575C-452B-9969-7065CDCE24E2}">
      <dgm:prSet/>
      <dgm:spPr/>
      <dgm:t>
        <a:bodyPr/>
        <a:lstStyle/>
        <a:p>
          <a:endParaRPr lang="en-US"/>
        </a:p>
      </dgm:t>
    </dgm:pt>
    <dgm:pt modelId="{D5AE6B2A-0F37-466A-A02E-1EE1F1309936}" type="sibTrans" cxnId="{BDF6260E-575C-452B-9969-7065CDCE24E2}">
      <dgm:prSet/>
      <dgm:spPr/>
      <dgm:t>
        <a:bodyPr/>
        <a:lstStyle/>
        <a:p>
          <a:endParaRPr lang="en-US"/>
        </a:p>
      </dgm:t>
    </dgm:pt>
    <dgm:pt modelId="{31642CC8-3E30-43EA-B495-7F050E73B885}">
      <dgm:prSet/>
      <dgm:spPr/>
      <dgm:t>
        <a:bodyPr/>
        <a:lstStyle/>
        <a:p>
          <a:pPr>
            <a:defRPr cap="all"/>
          </a:pPr>
          <a:r>
            <a:rPr lang="en-US"/>
            <a:t>Spring milestone</a:t>
          </a:r>
        </a:p>
      </dgm:t>
    </dgm:pt>
    <dgm:pt modelId="{FCC05C06-2E24-49FD-90D4-B8CDB2684329}" type="parTrans" cxnId="{3644891B-E834-4978-861E-D2466DC75403}">
      <dgm:prSet/>
      <dgm:spPr/>
      <dgm:t>
        <a:bodyPr/>
        <a:lstStyle/>
        <a:p>
          <a:endParaRPr lang="en-US"/>
        </a:p>
      </dgm:t>
    </dgm:pt>
    <dgm:pt modelId="{3CA01377-879F-44A5-94E1-2EE1E5AD664B}" type="sibTrans" cxnId="{3644891B-E834-4978-861E-D2466DC75403}">
      <dgm:prSet/>
      <dgm:spPr/>
      <dgm:t>
        <a:bodyPr/>
        <a:lstStyle/>
        <a:p>
          <a:endParaRPr lang="en-US"/>
        </a:p>
      </dgm:t>
    </dgm:pt>
    <dgm:pt modelId="{9E37F9C1-5573-470F-8256-885E6B57985C}" type="pres">
      <dgm:prSet presAssocID="{867F734C-4181-4763-B0F1-C6E270A65AFC}" presName="root" presStyleCnt="0">
        <dgm:presLayoutVars>
          <dgm:dir/>
          <dgm:resizeHandles val="exact"/>
        </dgm:presLayoutVars>
      </dgm:prSet>
      <dgm:spPr/>
    </dgm:pt>
    <dgm:pt modelId="{4F684665-4FB5-4FD0-9C19-77E908974282}" type="pres">
      <dgm:prSet presAssocID="{F05A8EB2-50D4-4EDE-9584-EB5B69CCE6DB}" presName="compNode" presStyleCnt="0"/>
      <dgm:spPr/>
    </dgm:pt>
    <dgm:pt modelId="{4F8CF1A5-36A1-42D9-ACBC-4F286337E28C}" type="pres">
      <dgm:prSet presAssocID="{F05A8EB2-50D4-4EDE-9584-EB5B69CCE6DB}" presName="iconBgRect" presStyleLbl="bgShp" presStyleIdx="0" presStyleCnt="4"/>
      <dgm:spPr/>
    </dgm:pt>
    <dgm:pt modelId="{D640EEC6-4506-44C1-88B9-43E1B6C89766}" type="pres">
      <dgm:prSet presAssocID="{F05A8EB2-50D4-4EDE-9584-EB5B69CCE6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997A046-0951-43EC-B8EF-96A5BFDA857C}" type="pres">
      <dgm:prSet presAssocID="{F05A8EB2-50D4-4EDE-9584-EB5B69CCE6DB}" presName="spaceRect" presStyleCnt="0"/>
      <dgm:spPr/>
    </dgm:pt>
    <dgm:pt modelId="{F7982037-8278-42E5-92B5-8A5C338035FE}" type="pres">
      <dgm:prSet presAssocID="{F05A8EB2-50D4-4EDE-9584-EB5B69CCE6DB}" presName="textRect" presStyleLbl="revTx" presStyleIdx="0" presStyleCnt="4">
        <dgm:presLayoutVars>
          <dgm:chMax val="1"/>
          <dgm:chPref val="1"/>
        </dgm:presLayoutVars>
      </dgm:prSet>
      <dgm:spPr/>
    </dgm:pt>
    <dgm:pt modelId="{DB3E30D7-9297-4D61-9FEB-133C89B2B6AC}" type="pres">
      <dgm:prSet presAssocID="{38DC05CC-3256-47AE-B227-844C0DFA86CC}" presName="sibTrans" presStyleCnt="0"/>
      <dgm:spPr/>
    </dgm:pt>
    <dgm:pt modelId="{2A283CC4-7358-4227-80E5-596C028B7E0A}" type="pres">
      <dgm:prSet presAssocID="{9BF5A906-1225-4E3A-B155-DB78575BF3D4}" presName="compNode" presStyleCnt="0"/>
      <dgm:spPr/>
    </dgm:pt>
    <dgm:pt modelId="{150A030E-32B1-4201-BE82-B88C7B5EE5F9}" type="pres">
      <dgm:prSet presAssocID="{9BF5A906-1225-4E3A-B155-DB78575BF3D4}" presName="iconBgRect" presStyleLbl="bgShp" presStyleIdx="1" presStyleCnt="4"/>
      <dgm:spPr/>
    </dgm:pt>
    <dgm:pt modelId="{A012D588-3287-4C4A-8493-2664F6A4B956}" type="pres">
      <dgm:prSet presAssocID="{9BF5A906-1225-4E3A-B155-DB78575BF3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4996E41-7ED7-4BA1-AD93-A79C556F2097}" type="pres">
      <dgm:prSet presAssocID="{9BF5A906-1225-4E3A-B155-DB78575BF3D4}" presName="spaceRect" presStyleCnt="0"/>
      <dgm:spPr/>
    </dgm:pt>
    <dgm:pt modelId="{31245E15-E4F7-4BBD-A551-E9E6ABF0F8B3}" type="pres">
      <dgm:prSet presAssocID="{9BF5A906-1225-4E3A-B155-DB78575BF3D4}" presName="textRect" presStyleLbl="revTx" presStyleIdx="1" presStyleCnt="4">
        <dgm:presLayoutVars>
          <dgm:chMax val="1"/>
          <dgm:chPref val="1"/>
        </dgm:presLayoutVars>
      </dgm:prSet>
      <dgm:spPr/>
    </dgm:pt>
    <dgm:pt modelId="{A463ED41-7D5B-4EF9-AAAF-BB39FDDB4D44}" type="pres">
      <dgm:prSet presAssocID="{944D4212-3487-4DD5-8633-F7922FAF9297}" presName="sibTrans" presStyleCnt="0"/>
      <dgm:spPr/>
    </dgm:pt>
    <dgm:pt modelId="{4BDE34C0-18BF-4A25-BB9C-D403443A5F2E}" type="pres">
      <dgm:prSet presAssocID="{5DAC560F-276D-4153-887D-BCAC3F583F07}" presName="compNode" presStyleCnt="0"/>
      <dgm:spPr/>
    </dgm:pt>
    <dgm:pt modelId="{AF25AE1C-18D0-4F77-8E96-7BF30E99A684}" type="pres">
      <dgm:prSet presAssocID="{5DAC560F-276D-4153-887D-BCAC3F583F07}" presName="iconBgRect" presStyleLbl="bgShp" presStyleIdx="2" presStyleCnt="4"/>
      <dgm:spPr/>
    </dgm:pt>
    <dgm:pt modelId="{089D9C99-AE2C-4ED0-B750-49C747F42547}" type="pres">
      <dgm:prSet presAssocID="{5DAC560F-276D-4153-887D-BCAC3F583F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4DE9068-DCEC-464C-9AA5-F4D91A4611E0}" type="pres">
      <dgm:prSet presAssocID="{5DAC560F-276D-4153-887D-BCAC3F583F07}" presName="spaceRect" presStyleCnt="0"/>
      <dgm:spPr/>
    </dgm:pt>
    <dgm:pt modelId="{D5C1FAD4-B401-49FD-98AD-DCF5BA5F0890}" type="pres">
      <dgm:prSet presAssocID="{5DAC560F-276D-4153-887D-BCAC3F583F07}" presName="textRect" presStyleLbl="revTx" presStyleIdx="2" presStyleCnt="4">
        <dgm:presLayoutVars>
          <dgm:chMax val="1"/>
          <dgm:chPref val="1"/>
        </dgm:presLayoutVars>
      </dgm:prSet>
      <dgm:spPr/>
    </dgm:pt>
    <dgm:pt modelId="{AC2D49E6-C165-41DA-B2F0-8368DC819C99}" type="pres">
      <dgm:prSet presAssocID="{D5AE6B2A-0F37-466A-A02E-1EE1F1309936}" presName="sibTrans" presStyleCnt="0"/>
      <dgm:spPr/>
    </dgm:pt>
    <dgm:pt modelId="{48E37E75-C6E3-498C-B948-EBED008E33A7}" type="pres">
      <dgm:prSet presAssocID="{31642CC8-3E30-43EA-B495-7F050E73B885}" presName="compNode" presStyleCnt="0"/>
      <dgm:spPr/>
    </dgm:pt>
    <dgm:pt modelId="{BF27C59B-3961-4F96-A9A2-8EF87090139B}" type="pres">
      <dgm:prSet presAssocID="{31642CC8-3E30-43EA-B495-7F050E73B885}" presName="iconBgRect" presStyleLbl="bgShp" presStyleIdx="3" presStyleCnt="4"/>
      <dgm:spPr/>
    </dgm:pt>
    <dgm:pt modelId="{7306447B-5ED8-48ED-A47D-329FBAD1C2DF}" type="pres">
      <dgm:prSet presAssocID="{31642CC8-3E30-43EA-B495-7F050E73B8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F21657E-581D-424C-92CF-F2767488F10E}" type="pres">
      <dgm:prSet presAssocID="{31642CC8-3E30-43EA-B495-7F050E73B885}" presName="spaceRect" presStyleCnt="0"/>
      <dgm:spPr/>
    </dgm:pt>
    <dgm:pt modelId="{B467159F-4B6B-45D8-BC92-EDB9A3EB9D4B}" type="pres">
      <dgm:prSet presAssocID="{31642CC8-3E30-43EA-B495-7F050E73B8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DF6260E-575C-452B-9969-7065CDCE24E2}" srcId="{867F734C-4181-4763-B0F1-C6E270A65AFC}" destId="{5DAC560F-276D-4153-887D-BCAC3F583F07}" srcOrd="2" destOrd="0" parTransId="{E4664616-A3A0-44D6-8517-037582087AAD}" sibTransId="{D5AE6B2A-0F37-466A-A02E-1EE1F1309936}"/>
    <dgm:cxn modelId="{3644891B-E834-4978-861E-D2466DC75403}" srcId="{867F734C-4181-4763-B0F1-C6E270A65AFC}" destId="{31642CC8-3E30-43EA-B495-7F050E73B885}" srcOrd="3" destOrd="0" parTransId="{FCC05C06-2E24-49FD-90D4-B8CDB2684329}" sibTransId="{3CA01377-879F-44A5-94E1-2EE1E5AD664B}"/>
    <dgm:cxn modelId="{F2A7261C-8193-42F5-856A-EE9820ACF40C}" type="presOf" srcId="{31642CC8-3E30-43EA-B495-7F050E73B885}" destId="{B467159F-4B6B-45D8-BC92-EDB9A3EB9D4B}" srcOrd="0" destOrd="0" presId="urn:microsoft.com/office/officeart/2018/5/layout/IconCircleLabelList"/>
    <dgm:cxn modelId="{1D507C6D-4B0B-4C8C-9430-50B64E5156E4}" type="presOf" srcId="{5DAC560F-276D-4153-887D-BCAC3F583F07}" destId="{D5C1FAD4-B401-49FD-98AD-DCF5BA5F0890}" srcOrd="0" destOrd="0" presId="urn:microsoft.com/office/officeart/2018/5/layout/IconCircleLabelList"/>
    <dgm:cxn modelId="{387D2F76-E48D-44CB-B750-4CF3ACEE0A7A}" type="presOf" srcId="{867F734C-4181-4763-B0F1-C6E270A65AFC}" destId="{9E37F9C1-5573-470F-8256-885E6B57985C}" srcOrd="0" destOrd="0" presId="urn:microsoft.com/office/officeart/2018/5/layout/IconCircleLabelList"/>
    <dgm:cxn modelId="{861C7185-124C-4FAB-A5DA-F515DC537AD3}" srcId="{867F734C-4181-4763-B0F1-C6E270A65AFC}" destId="{9BF5A906-1225-4E3A-B155-DB78575BF3D4}" srcOrd="1" destOrd="0" parTransId="{F1C6C12C-8984-4DEA-B2C3-92656E463CCC}" sibTransId="{944D4212-3487-4DD5-8633-F7922FAF9297}"/>
    <dgm:cxn modelId="{C050D486-4D5B-484C-B746-436AE402D996}" type="presOf" srcId="{9BF5A906-1225-4E3A-B155-DB78575BF3D4}" destId="{31245E15-E4F7-4BBD-A551-E9E6ABF0F8B3}" srcOrd="0" destOrd="0" presId="urn:microsoft.com/office/officeart/2018/5/layout/IconCircleLabelList"/>
    <dgm:cxn modelId="{D41692B6-6F78-4AFF-944B-3B19EB856C7B}" type="presOf" srcId="{F05A8EB2-50D4-4EDE-9584-EB5B69CCE6DB}" destId="{F7982037-8278-42E5-92B5-8A5C338035FE}" srcOrd="0" destOrd="0" presId="urn:microsoft.com/office/officeart/2018/5/layout/IconCircleLabelList"/>
    <dgm:cxn modelId="{86899DED-B02B-4851-9FAA-51300D4DCBAD}" srcId="{867F734C-4181-4763-B0F1-C6E270A65AFC}" destId="{F05A8EB2-50D4-4EDE-9584-EB5B69CCE6DB}" srcOrd="0" destOrd="0" parTransId="{AB9BAA84-7F5A-471B-A54F-7A39D6DF8C9F}" sibTransId="{38DC05CC-3256-47AE-B227-844C0DFA86CC}"/>
    <dgm:cxn modelId="{35F93390-8A79-471E-BCF7-E781F448A779}" type="presParOf" srcId="{9E37F9C1-5573-470F-8256-885E6B57985C}" destId="{4F684665-4FB5-4FD0-9C19-77E908974282}" srcOrd="0" destOrd="0" presId="urn:microsoft.com/office/officeart/2018/5/layout/IconCircleLabelList"/>
    <dgm:cxn modelId="{1418E332-12F7-41F8-B319-4C13EC43DF88}" type="presParOf" srcId="{4F684665-4FB5-4FD0-9C19-77E908974282}" destId="{4F8CF1A5-36A1-42D9-ACBC-4F286337E28C}" srcOrd="0" destOrd="0" presId="urn:microsoft.com/office/officeart/2018/5/layout/IconCircleLabelList"/>
    <dgm:cxn modelId="{491777F7-7F91-44B9-90DB-262A8DB7E0CE}" type="presParOf" srcId="{4F684665-4FB5-4FD0-9C19-77E908974282}" destId="{D640EEC6-4506-44C1-88B9-43E1B6C89766}" srcOrd="1" destOrd="0" presId="urn:microsoft.com/office/officeart/2018/5/layout/IconCircleLabelList"/>
    <dgm:cxn modelId="{96453590-0D52-4EF7-B092-A4B93D37694A}" type="presParOf" srcId="{4F684665-4FB5-4FD0-9C19-77E908974282}" destId="{C997A046-0951-43EC-B8EF-96A5BFDA857C}" srcOrd="2" destOrd="0" presId="urn:microsoft.com/office/officeart/2018/5/layout/IconCircleLabelList"/>
    <dgm:cxn modelId="{876C620D-3475-4184-9455-F1D99D67C862}" type="presParOf" srcId="{4F684665-4FB5-4FD0-9C19-77E908974282}" destId="{F7982037-8278-42E5-92B5-8A5C338035FE}" srcOrd="3" destOrd="0" presId="urn:microsoft.com/office/officeart/2018/5/layout/IconCircleLabelList"/>
    <dgm:cxn modelId="{50C41486-D21B-4FD1-96C8-0D197996D76D}" type="presParOf" srcId="{9E37F9C1-5573-470F-8256-885E6B57985C}" destId="{DB3E30D7-9297-4D61-9FEB-133C89B2B6AC}" srcOrd="1" destOrd="0" presId="urn:microsoft.com/office/officeart/2018/5/layout/IconCircleLabelList"/>
    <dgm:cxn modelId="{BE2CA1F3-C8B9-4776-AF7F-20F5E6B9D610}" type="presParOf" srcId="{9E37F9C1-5573-470F-8256-885E6B57985C}" destId="{2A283CC4-7358-4227-80E5-596C028B7E0A}" srcOrd="2" destOrd="0" presId="urn:microsoft.com/office/officeart/2018/5/layout/IconCircleLabelList"/>
    <dgm:cxn modelId="{0834B1E6-F3EA-408A-B2C6-33C3580F15AF}" type="presParOf" srcId="{2A283CC4-7358-4227-80E5-596C028B7E0A}" destId="{150A030E-32B1-4201-BE82-B88C7B5EE5F9}" srcOrd="0" destOrd="0" presId="urn:microsoft.com/office/officeart/2018/5/layout/IconCircleLabelList"/>
    <dgm:cxn modelId="{9254AEC2-0B5E-4E10-A505-7FFA053B68F9}" type="presParOf" srcId="{2A283CC4-7358-4227-80E5-596C028B7E0A}" destId="{A012D588-3287-4C4A-8493-2664F6A4B956}" srcOrd="1" destOrd="0" presId="urn:microsoft.com/office/officeart/2018/5/layout/IconCircleLabelList"/>
    <dgm:cxn modelId="{243DC14C-B957-4FF0-A3D8-863624BF390F}" type="presParOf" srcId="{2A283CC4-7358-4227-80E5-596C028B7E0A}" destId="{A4996E41-7ED7-4BA1-AD93-A79C556F2097}" srcOrd="2" destOrd="0" presId="urn:microsoft.com/office/officeart/2018/5/layout/IconCircleLabelList"/>
    <dgm:cxn modelId="{B0875684-82C0-4CF2-8879-CC4AFF2C7B09}" type="presParOf" srcId="{2A283CC4-7358-4227-80E5-596C028B7E0A}" destId="{31245E15-E4F7-4BBD-A551-E9E6ABF0F8B3}" srcOrd="3" destOrd="0" presId="urn:microsoft.com/office/officeart/2018/5/layout/IconCircleLabelList"/>
    <dgm:cxn modelId="{4B058904-AC3E-4F56-826B-430528F5875E}" type="presParOf" srcId="{9E37F9C1-5573-470F-8256-885E6B57985C}" destId="{A463ED41-7D5B-4EF9-AAAF-BB39FDDB4D44}" srcOrd="3" destOrd="0" presId="urn:microsoft.com/office/officeart/2018/5/layout/IconCircleLabelList"/>
    <dgm:cxn modelId="{47E190D1-90F9-49EF-8962-21CFBF093111}" type="presParOf" srcId="{9E37F9C1-5573-470F-8256-885E6B57985C}" destId="{4BDE34C0-18BF-4A25-BB9C-D403443A5F2E}" srcOrd="4" destOrd="0" presId="urn:microsoft.com/office/officeart/2018/5/layout/IconCircleLabelList"/>
    <dgm:cxn modelId="{5D83B533-3F28-4924-822A-443ACBDA226C}" type="presParOf" srcId="{4BDE34C0-18BF-4A25-BB9C-D403443A5F2E}" destId="{AF25AE1C-18D0-4F77-8E96-7BF30E99A684}" srcOrd="0" destOrd="0" presId="urn:microsoft.com/office/officeart/2018/5/layout/IconCircleLabelList"/>
    <dgm:cxn modelId="{8F3D61C5-EFCE-4A37-A673-06B684D8364A}" type="presParOf" srcId="{4BDE34C0-18BF-4A25-BB9C-D403443A5F2E}" destId="{089D9C99-AE2C-4ED0-B750-49C747F42547}" srcOrd="1" destOrd="0" presId="urn:microsoft.com/office/officeart/2018/5/layout/IconCircleLabelList"/>
    <dgm:cxn modelId="{78E5C185-72C5-438C-A944-89CF5A31C0A4}" type="presParOf" srcId="{4BDE34C0-18BF-4A25-BB9C-D403443A5F2E}" destId="{24DE9068-DCEC-464C-9AA5-F4D91A4611E0}" srcOrd="2" destOrd="0" presId="urn:microsoft.com/office/officeart/2018/5/layout/IconCircleLabelList"/>
    <dgm:cxn modelId="{CBE7A33B-FE62-4895-B0FF-F0F3D4CAF4DB}" type="presParOf" srcId="{4BDE34C0-18BF-4A25-BB9C-D403443A5F2E}" destId="{D5C1FAD4-B401-49FD-98AD-DCF5BA5F0890}" srcOrd="3" destOrd="0" presId="urn:microsoft.com/office/officeart/2018/5/layout/IconCircleLabelList"/>
    <dgm:cxn modelId="{A6AB6EF1-B4BF-4E40-8C69-FA411746BA6E}" type="presParOf" srcId="{9E37F9C1-5573-470F-8256-885E6B57985C}" destId="{AC2D49E6-C165-41DA-B2F0-8368DC819C99}" srcOrd="5" destOrd="0" presId="urn:microsoft.com/office/officeart/2018/5/layout/IconCircleLabelList"/>
    <dgm:cxn modelId="{E8CEAD8D-AA07-48E8-BFCE-C48DE27C6463}" type="presParOf" srcId="{9E37F9C1-5573-470F-8256-885E6B57985C}" destId="{48E37E75-C6E3-498C-B948-EBED008E33A7}" srcOrd="6" destOrd="0" presId="urn:microsoft.com/office/officeart/2018/5/layout/IconCircleLabelList"/>
    <dgm:cxn modelId="{29E79387-96D7-4C42-B221-3DC9D23F32B9}" type="presParOf" srcId="{48E37E75-C6E3-498C-B948-EBED008E33A7}" destId="{BF27C59B-3961-4F96-A9A2-8EF87090139B}" srcOrd="0" destOrd="0" presId="urn:microsoft.com/office/officeart/2018/5/layout/IconCircleLabelList"/>
    <dgm:cxn modelId="{29BD1849-BF47-4926-9844-7D1870D954E0}" type="presParOf" srcId="{48E37E75-C6E3-498C-B948-EBED008E33A7}" destId="{7306447B-5ED8-48ED-A47D-329FBAD1C2DF}" srcOrd="1" destOrd="0" presId="urn:microsoft.com/office/officeart/2018/5/layout/IconCircleLabelList"/>
    <dgm:cxn modelId="{9CCB82B8-68D9-4C3B-978A-2B57485EFFBE}" type="presParOf" srcId="{48E37E75-C6E3-498C-B948-EBED008E33A7}" destId="{1F21657E-581D-424C-92CF-F2767488F10E}" srcOrd="2" destOrd="0" presId="urn:microsoft.com/office/officeart/2018/5/layout/IconCircleLabelList"/>
    <dgm:cxn modelId="{2B98F829-F2B1-427B-B370-A039BDCF09F8}" type="presParOf" srcId="{48E37E75-C6E3-498C-B948-EBED008E33A7}" destId="{B467159F-4B6B-45D8-BC92-EDB9A3EB9D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77CB9D-7EBB-4BB5-81D7-8C8D5BD50E42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689820-478F-4299-9CF7-54FC10088786}">
      <dgm:prSet/>
      <dgm:spPr/>
      <dgm:t>
        <a:bodyPr/>
        <a:lstStyle/>
        <a:p>
          <a:r>
            <a:rPr lang="en-US"/>
            <a:t>Build</a:t>
          </a:r>
        </a:p>
      </dgm:t>
    </dgm:pt>
    <dgm:pt modelId="{FACDB798-A7A4-4476-9B46-AC3DC755A93C}" type="parTrans" cxnId="{A8F77717-B1B1-446E-9E5E-CBDBFC91EB17}">
      <dgm:prSet/>
      <dgm:spPr/>
      <dgm:t>
        <a:bodyPr/>
        <a:lstStyle/>
        <a:p>
          <a:endParaRPr lang="en-US"/>
        </a:p>
      </dgm:t>
    </dgm:pt>
    <dgm:pt modelId="{0181B54E-DE23-447A-907A-7A0E1970202F}" type="sibTrans" cxnId="{A8F77717-B1B1-446E-9E5E-CBDBFC91EB17}">
      <dgm:prSet/>
      <dgm:spPr/>
      <dgm:t>
        <a:bodyPr/>
        <a:lstStyle/>
        <a:p>
          <a:endParaRPr lang="en-US"/>
        </a:p>
      </dgm:t>
    </dgm:pt>
    <dgm:pt modelId="{A230AC4A-35A6-4638-B97E-4B1AEA76EF48}">
      <dgm:prSet/>
      <dgm:spPr/>
      <dgm:t>
        <a:bodyPr/>
        <a:lstStyle/>
        <a:p>
          <a:r>
            <a:rPr lang="en-US"/>
            <a:t>Build registration</a:t>
          </a:r>
        </a:p>
      </dgm:t>
    </dgm:pt>
    <dgm:pt modelId="{DFE2CA16-CF9E-40F4-9EA8-C51EFBEDAD41}" type="parTrans" cxnId="{9D278B2A-ED05-4A45-BF0F-BAA9859BB73E}">
      <dgm:prSet/>
      <dgm:spPr/>
      <dgm:t>
        <a:bodyPr/>
        <a:lstStyle/>
        <a:p>
          <a:endParaRPr lang="en-US"/>
        </a:p>
      </dgm:t>
    </dgm:pt>
    <dgm:pt modelId="{F78F664A-E36D-4011-AB4F-E9754C2B2F58}" type="sibTrans" cxnId="{9D278B2A-ED05-4A45-BF0F-BAA9859BB73E}">
      <dgm:prSet/>
      <dgm:spPr/>
      <dgm:t>
        <a:bodyPr/>
        <a:lstStyle/>
        <a:p>
          <a:endParaRPr lang="en-US"/>
        </a:p>
      </dgm:t>
    </dgm:pt>
    <dgm:pt modelId="{9F21613A-ED7F-4752-A4AC-65499F52E310}">
      <dgm:prSet/>
      <dgm:spPr/>
      <dgm:t>
        <a:bodyPr/>
        <a:lstStyle/>
        <a:p>
          <a:r>
            <a:rPr lang="en-US"/>
            <a:t>Add</a:t>
          </a:r>
        </a:p>
      </dgm:t>
    </dgm:pt>
    <dgm:pt modelId="{387BDAE8-21D9-4E3E-884F-BD695D7553F8}" type="parTrans" cxnId="{68FCBB8C-928F-4933-8D64-21FF2B0EFE69}">
      <dgm:prSet/>
      <dgm:spPr/>
      <dgm:t>
        <a:bodyPr/>
        <a:lstStyle/>
        <a:p>
          <a:endParaRPr lang="en-US"/>
        </a:p>
      </dgm:t>
    </dgm:pt>
    <dgm:pt modelId="{05EBDB49-7137-4967-A1AA-78D7A626F029}" type="sibTrans" cxnId="{68FCBB8C-928F-4933-8D64-21FF2B0EFE69}">
      <dgm:prSet/>
      <dgm:spPr/>
      <dgm:t>
        <a:bodyPr/>
        <a:lstStyle/>
        <a:p>
          <a:endParaRPr lang="en-US"/>
        </a:p>
      </dgm:t>
    </dgm:pt>
    <dgm:pt modelId="{6EE5850C-7E3B-494F-9C41-61D79E4A3313}">
      <dgm:prSet/>
      <dgm:spPr/>
      <dgm:t>
        <a:bodyPr/>
        <a:lstStyle/>
        <a:p>
          <a:r>
            <a:rPr lang="en-US"/>
            <a:t>Add sessions</a:t>
          </a:r>
        </a:p>
      </dgm:t>
    </dgm:pt>
    <dgm:pt modelId="{4D2F2B42-0B7D-4AEA-A40C-AFBB3C8AE16B}" type="parTrans" cxnId="{C396D14A-7969-4A6B-A557-C888D3FEC92F}">
      <dgm:prSet/>
      <dgm:spPr/>
      <dgm:t>
        <a:bodyPr/>
        <a:lstStyle/>
        <a:p>
          <a:endParaRPr lang="en-US"/>
        </a:p>
      </dgm:t>
    </dgm:pt>
    <dgm:pt modelId="{77CD560C-E889-4436-AF09-87EE1AD6FBEA}" type="sibTrans" cxnId="{C396D14A-7969-4A6B-A557-C888D3FEC92F}">
      <dgm:prSet/>
      <dgm:spPr/>
      <dgm:t>
        <a:bodyPr/>
        <a:lstStyle/>
        <a:p>
          <a:endParaRPr lang="en-US"/>
        </a:p>
      </dgm:t>
    </dgm:pt>
    <dgm:pt modelId="{D0751716-DCA1-448E-AA74-9FB5E118BE4D}">
      <dgm:prSet/>
      <dgm:spPr/>
      <dgm:t>
        <a:bodyPr/>
        <a:lstStyle/>
        <a:p>
          <a:r>
            <a:rPr lang="en-US"/>
            <a:t>Map</a:t>
          </a:r>
        </a:p>
      </dgm:t>
    </dgm:pt>
    <dgm:pt modelId="{EE36ADD5-903D-4246-98BA-B5BAB79D2AA1}" type="parTrans" cxnId="{276E594E-1E18-44F5-AF6B-9E166CA5FF59}">
      <dgm:prSet/>
      <dgm:spPr/>
      <dgm:t>
        <a:bodyPr/>
        <a:lstStyle/>
        <a:p>
          <a:endParaRPr lang="en-US"/>
        </a:p>
      </dgm:t>
    </dgm:pt>
    <dgm:pt modelId="{136BA932-2218-48D9-B303-6E916382A725}" type="sibTrans" cxnId="{276E594E-1E18-44F5-AF6B-9E166CA5FF59}">
      <dgm:prSet/>
      <dgm:spPr/>
      <dgm:t>
        <a:bodyPr/>
        <a:lstStyle/>
        <a:p>
          <a:endParaRPr lang="en-US"/>
        </a:p>
      </dgm:t>
    </dgm:pt>
    <dgm:pt modelId="{A6A5998A-A772-4828-BEAA-928C30747CA8}">
      <dgm:prSet/>
      <dgm:spPr/>
      <dgm:t>
        <a:bodyPr/>
        <a:lstStyle/>
        <a:p>
          <a:r>
            <a:rPr lang="en-US"/>
            <a:t>Map storage to accounts</a:t>
          </a:r>
        </a:p>
      </dgm:t>
    </dgm:pt>
    <dgm:pt modelId="{ED99F618-1E92-47E5-A20E-93926C664212}" type="parTrans" cxnId="{CFC52794-8769-4801-9E96-BC9BA2BA664F}">
      <dgm:prSet/>
      <dgm:spPr/>
      <dgm:t>
        <a:bodyPr/>
        <a:lstStyle/>
        <a:p>
          <a:endParaRPr lang="en-US"/>
        </a:p>
      </dgm:t>
    </dgm:pt>
    <dgm:pt modelId="{C5C4593D-E85A-4EDA-8492-8D2462C51D7E}" type="sibTrans" cxnId="{CFC52794-8769-4801-9E96-BC9BA2BA664F}">
      <dgm:prSet/>
      <dgm:spPr/>
      <dgm:t>
        <a:bodyPr/>
        <a:lstStyle/>
        <a:p>
          <a:endParaRPr lang="en-US"/>
        </a:p>
      </dgm:t>
    </dgm:pt>
    <dgm:pt modelId="{DACA87CB-75B2-4626-B51B-C2B4E5D67EA6}">
      <dgm:prSet/>
      <dgm:spPr/>
      <dgm:t>
        <a:bodyPr/>
        <a:lstStyle/>
        <a:p>
          <a:r>
            <a:rPr lang="en-US"/>
            <a:t>Finish</a:t>
          </a:r>
        </a:p>
      </dgm:t>
    </dgm:pt>
    <dgm:pt modelId="{B5C44448-09E8-4BEF-94F7-5B264C9F80F1}" type="parTrans" cxnId="{E50B2C80-7CE0-4D43-A797-F15869C8AB92}">
      <dgm:prSet/>
      <dgm:spPr/>
      <dgm:t>
        <a:bodyPr/>
        <a:lstStyle/>
        <a:p>
          <a:endParaRPr lang="en-US"/>
        </a:p>
      </dgm:t>
    </dgm:pt>
    <dgm:pt modelId="{5D30B1A0-1297-46CB-8B6F-331E6EB208A8}" type="sibTrans" cxnId="{E50B2C80-7CE0-4D43-A797-F15869C8AB92}">
      <dgm:prSet/>
      <dgm:spPr/>
      <dgm:t>
        <a:bodyPr/>
        <a:lstStyle/>
        <a:p>
          <a:endParaRPr lang="en-US"/>
        </a:p>
      </dgm:t>
    </dgm:pt>
    <dgm:pt modelId="{1E99707D-4B56-4482-855C-0394008CBC7B}">
      <dgm:prSet/>
      <dgm:spPr/>
      <dgm:t>
        <a:bodyPr/>
        <a:lstStyle/>
        <a:p>
          <a:r>
            <a:rPr lang="en-US"/>
            <a:t>Finish privacy features</a:t>
          </a:r>
        </a:p>
      </dgm:t>
    </dgm:pt>
    <dgm:pt modelId="{9B0AEFFF-5B72-4120-AB26-EB0C143E37A0}" type="parTrans" cxnId="{B8B33791-3C2D-4520-A1DB-749EDA55E34F}">
      <dgm:prSet/>
      <dgm:spPr/>
      <dgm:t>
        <a:bodyPr/>
        <a:lstStyle/>
        <a:p>
          <a:endParaRPr lang="en-US"/>
        </a:p>
      </dgm:t>
    </dgm:pt>
    <dgm:pt modelId="{75E92F08-E1D5-4D07-AECC-CF8513F551AE}" type="sibTrans" cxnId="{B8B33791-3C2D-4520-A1DB-749EDA55E34F}">
      <dgm:prSet/>
      <dgm:spPr/>
      <dgm:t>
        <a:bodyPr/>
        <a:lstStyle/>
        <a:p>
          <a:endParaRPr lang="en-US"/>
        </a:p>
      </dgm:t>
    </dgm:pt>
    <dgm:pt modelId="{945A1365-CE01-4131-BE98-36C040E105E3}" type="pres">
      <dgm:prSet presAssocID="{1177CB9D-7EBB-4BB5-81D7-8C8D5BD50E42}" presName="Name0" presStyleCnt="0">
        <dgm:presLayoutVars>
          <dgm:dir/>
          <dgm:animLvl val="lvl"/>
          <dgm:resizeHandles val="exact"/>
        </dgm:presLayoutVars>
      </dgm:prSet>
      <dgm:spPr/>
    </dgm:pt>
    <dgm:pt modelId="{B5D364A4-F1EB-49C1-B19D-43EDD4A139EE}" type="pres">
      <dgm:prSet presAssocID="{DACA87CB-75B2-4626-B51B-C2B4E5D67EA6}" presName="boxAndChildren" presStyleCnt="0"/>
      <dgm:spPr/>
    </dgm:pt>
    <dgm:pt modelId="{3E7E2E34-93B9-448C-98A3-D39ACFBC1063}" type="pres">
      <dgm:prSet presAssocID="{DACA87CB-75B2-4626-B51B-C2B4E5D67EA6}" presName="parentTextBox" presStyleLbl="alignNode1" presStyleIdx="0" presStyleCnt="4"/>
      <dgm:spPr/>
    </dgm:pt>
    <dgm:pt modelId="{04D3C693-CD13-40A5-9334-B67483285B8D}" type="pres">
      <dgm:prSet presAssocID="{DACA87CB-75B2-4626-B51B-C2B4E5D67EA6}" presName="descendantBox" presStyleLbl="bgAccFollowNode1" presStyleIdx="0" presStyleCnt="4"/>
      <dgm:spPr/>
    </dgm:pt>
    <dgm:pt modelId="{9E4EA10D-906A-4957-A63D-3098A06F50E4}" type="pres">
      <dgm:prSet presAssocID="{136BA932-2218-48D9-B303-6E916382A725}" presName="sp" presStyleCnt="0"/>
      <dgm:spPr/>
    </dgm:pt>
    <dgm:pt modelId="{7AFCDFC7-2465-43C9-A2EF-6062B47CAED3}" type="pres">
      <dgm:prSet presAssocID="{D0751716-DCA1-448E-AA74-9FB5E118BE4D}" presName="arrowAndChildren" presStyleCnt="0"/>
      <dgm:spPr/>
    </dgm:pt>
    <dgm:pt modelId="{556656F6-EFF0-4089-9ED5-2E4E8C7F318D}" type="pres">
      <dgm:prSet presAssocID="{D0751716-DCA1-448E-AA74-9FB5E118BE4D}" presName="parentTextArrow" presStyleLbl="node1" presStyleIdx="0" presStyleCnt="0"/>
      <dgm:spPr/>
    </dgm:pt>
    <dgm:pt modelId="{2629B203-AC28-482C-8F86-6F9754F4E101}" type="pres">
      <dgm:prSet presAssocID="{D0751716-DCA1-448E-AA74-9FB5E118BE4D}" presName="arrow" presStyleLbl="alignNode1" presStyleIdx="1" presStyleCnt="4"/>
      <dgm:spPr/>
    </dgm:pt>
    <dgm:pt modelId="{FB729F65-91B4-4130-BDC6-1B2A2627DC4A}" type="pres">
      <dgm:prSet presAssocID="{D0751716-DCA1-448E-AA74-9FB5E118BE4D}" presName="descendantArrow" presStyleLbl="bgAccFollowNode1" presStyleIdx="1" presStyleCnt="4"/>
      <dgm:spPr/>
    </dgm:pt>
    <dgm:pt modelId="{2B074275-4661-418E-9DF8-8A80C9792844}" type="pres">
      <dgm:prSet presAssocID="{05EBDB49-7137-4967-A1AA-78D7A626F029}" presName="sp" presStyleCnt="0"/>
      <dgm:spPr/>
    </dgm:pt>
    <dgm:pt modelId="{823C36D0-75D3-430A-BBB6-4D1FA305CD89}" type="pres">
      <dgm:prSet presAssocID="{9F21613A-ED7F-4752-A4AC-65499F52E310}" presName="arrowAndChildren" presStyleCnt="0"/>
      <dgm:spPr/>
    </dgm:pt>
    <dgm:pt modelId="{E45709ED-39B1-43A6-8933-A653B3B96B8C}" type="pres">
      <dgm:prSet presAssocID="{9F21613A-ED7F-4752-A4AC-65499F52E310}" presName="parentTextArrow" presStyleLbl="node1" presStyleIdx="0" presStyleCnt="0"/>
      <dgm:spPr/>
    </dgm:pt>
    <dgm:pt modelId="{A70836A1-DFA8-4CCE-8780-0FAC8FEF7DAA}" type="pres">
      <dgm:prSet presAssocID="{9F21613A-ED7F-4752-A4AC-65499F52E310}" presName="arrow" presStyleLbl="alignNode1" presStyleIdx="2" presStyleCnt="4"/>
      <dgm:spPr/>
    </dgm:pt>
    <dgm:pt modelId="{E2E1DF7D-77E2-409F-A142-9EF35EC442FB}" type="pres">
      <dgm:prSet presAssocID="{9F21613A-ED7F-4752-A4AC-65499F52E310}" presName="descendantArrow" presStyleLbl="bgAccFollowNode1" presStyleIdx="2" presStyleCnt="4"/>
      <dgm:spPr/>
    </dgm:pt>
    <dgm:pt modelId="{9DC6F46D-273E-40BA-A1FA-15F0E514C414}" type="pres">
      <dgm:prSet presAssocID="{0181B54E-DE23-447A-907A-7A0E1970202F}" presName="sp" presStyleCnt="0"/>
      <dgm:spPr/>
    </dgm:pt>
    <dgm:pt modelId="{64A967A2-80A9-4F49-91B2-C6E4E0FC7B4D}" type="pres">
      <dgm:prSet presAssocID="{32689820-478F-4299-9CF7-54FC10088786}" presName="arrowAndChildren" presStyleCnt="0"/>
      <dgm:spPr/>
    </dgm:pt>
    <dgm:pt modelId="{27AF59FC-4654-4D28-A0E4-813561B9BA99}" type="pres">
      <dgm:prSet presAssocID="{32689820-478F-4299-9CF7-54FC10088786}" presName="parentTextArrow" presStyleLbl="node1" presStyleIdx="0" presStyleCnt="0"/>
      <dgm:spPr/>
    </dgm:pt>
    <dgm:pt modelId="{B37E2CC8-C824-4317-950D-98CBF0FA35F9}" type="pres">
      <dgm:prSet presAssocID="{32689820-478F-4299-9CF7-54FC10088786}" presName="arrow" presStyleLbl="alignNode1" presStyleIdx="3" presStyleCnt="4"/>
      <dgm:spPr/>
    </dgm:pt>
    <dgm:pt modelId="{B408F561-233D-44A5-95F9-0F296F3FADB9}" type="pres">
      <dgm:prSet presAssocID="{32689820-478F-4299-9CF7-54FC10088786}" presName="descendantArrow" presStyleLbl="bgAccFollowNode1" presStyleIdx="3" presStyleCnt="4"/>
      <dgm:spPr/>
    </dgm:pt>
  </dgm:ptLst>
  <dgm:cxnLst>
    <dgm:cxn modelId="{A8F77717-B1B1-446E-9E5E-CBDBFC91EB17}" srcId="{1177CB9D-7EBB-4BB5-81D7-8C8D5BD50E42}" destId="{32689820-478F-4299-9CF7-54FC10088786}" srcOrd="0" destOrd="0" parTransId="{FACDB798-A7A4-4476-9B46-AC3DC755A93C}" sibTransId="{0181B54E-DE23-447A-907A-7A0E1970202F}"/>
    <dgm:cxn modelId="{B8921919-3899-4DCD-B0FD-F4F208BF3606}" type="presOf" srcId="{6EE5850C-7E3B-494F-9C41-61D79E4A3313}" destId="{E2E1DF7D-77E2-409F-A142-9EF35EC442FB}" srcOrd="0" destOrd="0" presId="urn:microsoft.com/office/officeart/2016/7/layout/VerticalDownArrowProcess"/>
    <dgm:cxn modelId="{9D278B2A-ED05-4A45-BF0F-BAA9859BB73E}" srcId="{32689820-478F-4299-9CF7-54FC10088786}" destId="{A230AC4A-35A6-4638-B97E-4B1AEA76EF48}" srcOrd="0" destOrd="0" parTransId="{DFE2CA16-CF9E-40F4-9EA8-C51EFBEDAD41}" sibTransId="{F78F664A-E36D-4011-AB4F-E9754C2B2F58}"/>
    <dgm:cxn modelId="{B3F8462F-6320-454B-863C-FB617CAD0FC2}" type="presOf" srcId="{D0751716-DCA1-448E-AA74-9FB5E118BE4D}" destId="{2629B203-AC28-482C-8F86-6F9754F4E101}" srcOrd="1" destOrd="0" presId="urn:microsoft.com/office/officeart/2016/7/layout/VerticalDownArrowProcess"/>
    <dgm:cxn modelId="{7468E436-C651-4F91-86A9-410EE599EB60}" type="presOf" srcId="{A6A5998A-A772-4828-BEAA-928C30747CA8}" destId="{FB729F65-91B4-4130-BDC6-1B2A2627DC4A}" srcOrd="0" destOrd="0" presId="urn:microsoft.com/office/officeart/2016/7/layout/VerticalDownArrowProcess"/>
    <dgm:cxn modelId="{AB1B825E-6CC2-4388-8F79-969250F7353D}" type="presOf" srcId="{1177CB9D-7EBB-4BB5-81D7-8C8D5BD50E42}" destId="{945A1365-CE01-4131-BE98-36C040E105E3}" srcOrd="0" destOrd="0" presId="urn:microsoft.com/office/officeart/2016/7/layout/VerticalDownArrowProcess"/>
    <dgm:cxn modelId="{C396D14A-7969-4A6B-A557-C888D3FEC92F}" srcId="{9F21613A-ED7F-4752-A4AC-65499F52E310}" destId="{6EE5850C-7E3B-494F-9C41-61D79E4A3313}" srcOrd="0" destOrd="0" parTransId="{4D2F2B42-0B7D-4AEA-A40C-AFBB3C8AE16B}" sibTransId="{77CD560C-E889-4436-AF09-87EE1AD6FBEA}"/>
    <dgm:cxn modelId="{276E594E-1E18-44F5-AF6B-9E166CA5FF59}" srcId="{1177CB9D-7EBB-4BB5-81D7-8C8D5BD50E42}" destId="{D0751716-DCA1-448E-AA74-9FB5E118BE4D}" srcOrd="2" destOrd="0" parTransId="{EE36ADD5-903D-4246-98BA-B5BAB79D2AA1}" sibTransId="{136BA932-2218-48D9-B303-6E916382A725}"/>
    <dgm:cxn modelId="{8EB26671-C2BB-4613-856A-63C26D4A0C8E}" type="presOf" srcId="{D0751716-DCA1-448E-AA74-9FB5E118BE4D}" destId="{556656F6-EFF0-4089-9ED5-2E4E8C7F318D}" srcOrd="0" destOrd="0" presId="urn:microsoft.com/office/officeart/2016/7/layout/VerticalDownArrowProcess"/>
    <dgm:cxn modelId="{7B32FC79-ADB5-41E2-BB9F-198F803231F1}" type="presOf" srcId="{32689820-478F-4299-9CF7-54FC10088786}" destId="{B37E2CC8-C824-4317-950D-98CBF0FA35F9}" srcOrd="1" destOrd="0" presId="urn:microsoft.com/office/officeart/2016/7/layout/VerticalDownArrowProcess"/>
    <dgm:cxn modelId="{E50B2C80-7CE0-4D43-A797-F15869C8AB92}" srcId="{1177CB9D-7EBB-4BB5-81D7-8C8D5BD50E42}" destId="{DACA87CB-75B2-4626-B51B-C2B4E5D67EA6}" srcOrd="3" destOrd="0" parTransId="{B5C44448-09E8-4BEF-94F7-5B264C9F80F1}" sibTransId="{5D30B1A0-1297-46CB-8B6F-331E6EB208A8}"/>
    <dgm:cxn modelId="{A480EF82-8EB3-4A9F-8C07-09294CEE0D7B}" type="presOf" srcId="{1E99707D-4B56-4482-855C-0394008CBC7B}" destId="{04D3C693-CD13-40A5-9334-B67483285B8D}" srcOrd="0" destOrd="0" presId="urn:microsoft.com/office/officeart/2016/7/layout/VerticalDownArrowProcess"/>
    <dgm:cxn modelId="{68FCBB8C-928F-4933-8D64-21FF2B0EFE69}" srcId="{1177CB9D-7EBB-4BB5-81D7-8C8D5BD50E42}" destId="{9F21613A-ED7F-4752-A4AC-65499F52E310}" srcOrd="1" destOrd="0" parTransId="{387BDAE8-21D9-4E3E-884F-BD695D7553F8}" sibTransId="{05EBDB49-7137-4967-A1AA-78D7A626F029}"/>
    <dgm:cxn modelId="{B8B33791-3C2D-4520-A1DB-749EDA55E34F}" srcId="{DACA87CB-75B2-4626-B51B-C2B4E5D67EA6}" destId="{1E99707D-4B56-4482-855C-0394008CBC7B}" srcOrd="0" destOrd="0" parTransId="{9B0AEFFF-5B72-4120-AB26-EB0C143E37A0}" sibTransId="{75E92F08-E1D5-4D07-AECC-CF8513F551AE}"/>
    <dgm:cxn modelId="{CFC52794-8769-4801-9E96-BC9BA2BA664F}" srcId="{D0751716-DCA1-448E-AA74-9FB5E118BE4D}" destId="{A6A5998A-A772-4828-BEAA-928C30747CA8}" srcOrd="0" destOrd="0" parTransId="{ED99F618-1E92-47E5-A20E-93926C664212}" sibTransId="{C5C4593D-E85A-4EDA-8492-8D2462C51D7E}"/>
    <dgm:cxn modelId="{85E9D9AC-9725-48BC-9F20-E2D2EF2D364C}" type="presOf" srcId="{9F21613A-ED7F-4752-A4AC-65499F52E310}" destId="{E45709ED-39B1-43A6-8933-A653B3B96B8C}" srcOrd="0" destOrd="0" presId="urn:microsoft.com/office/officeart/2016/7/layout/VerticalDownArrowProcess"/>
    <dgm:cxn modelId="{6B2EE5AF-517F-4088-8B96-ACD6A2BBD75D}" type="presOf" srcId="{9F21613A-ED7F-4752-A4AC-65499F52E310}" destId="{A70836A1-DFA8-4CCE-8780-0FAC8FEF7DAA}" srcOrd="1" destOrd="0" presId="urn:microsoft.com/office/officeart/2016/7/layout/VerticalDownArrowProcess"/>
    <dgm:cxn modelId="{1E248EC0-B835-4E2A-8030-A5507EA53B3C}" type="presOf" srcId="{A230AC4A-35A6-4638-B97E-4B1AEA76EF48}" destId="{B408F561-233D-44A5-95F9-0F296F3FADB9}" srcOrd="0" destOrd="0" presId="urn:microsoft.com/office/officeart/2016/7/layout/VerticalDownArrowProcess"/>
    <dgm:cxn modelId="{4A5395D8-8077-46D7-BEF1-47271FD15129}" type="presOf" srcId="{DACA87CB-75B2-4626-B51B-C2B4E5D67EA6}" destId="{3E7E2E34-93B9-448C-98A3-D39ACFBC1063}" srcOrd="0" destOrd="0" presId="urn:microsoft.com/office/officeart/2016/7/layout/VerticalDownArrowProcess"/>
    <dgm:cxn modelId="{002451DE-D207-4FB6-86E2-412F4220A035}" type="presOf" srcId="{32689820-478F-4299-9CF7-54FC10088786}" destId="{27AF59FC-4654-4D28-A0E4-813561B9BA99}" srcOrd="0" destOrd="0" presId="urn:microsoft.com/office/officeart/2016/7/layout/VerticalDownArrowProcess"/>
    <dgm:cxn modelId="{472F8CF8-E74D-403B-A3FD-5C49B477695F}" type="presParOf" srcId="{945A1365-CE01-4131-BE98-36C040E105E3}" destId="{B5D364A4-F1EB-49C1-B19D-43EDD4A139EE}" srcOrd="0" destOrd="0" presId="urn:microsoft.com/office/officeart/2016/7/layout/VerticalDownArrowProcess"/>
    <dgm:cxn modelId="{20E72CEA-D6FE-47DC-BE46-3EE8B110F461}" type="presParOf" srcId="{B5D364A4-F1EB-49C1-B19D-43EDD4A139EE}" destId="{3E7E2E34-93B9-448C-98A3-D39ACFBC1063}" srcOrd="0" destOrd="0" presId="urn:microsoft.com/office/officeart/2016/7/layout/VerticalDownArrowProcess"/>
    <dgm:cxn modelId="{F4E8045A-8245-4BB7-A5B7-6E7EFE645300}" type="presParOf" srcId="{B5D364A4-F1EB-49C1-B19D-43EDD4A139EE}" destId="{04D3C693-CD13-40A5-9334-B67483285B8D}" srcOrd="1" destOrd="0" presId="urn:microsoft.com/office/officeart/2016/7/layout/VerticalDownArrowProcess"/>
    <dgm:cxn modelId="{00FCBC97-B6B6-46E7-BEEB-FB15F7C62F85}" type="presParOf" srcId="{945A1365-CE01-4131-BE98-36C040E105E3}" destId="{9E4EA10D-906A-4957-A63D-3098A06F50E4}" srcOrd="1" destOrd="0" presId="urn:microsoft.com/office/officeart/2016/7/layout/VerticalDownArrowProcess"/>
    <dgm:cxn modelId="{C9F81593-AE76-49BC-92B2-A151B14A8878}" type="presParOf" srcId="{945A1365-CE01-4131-BE98-36C040E105E3}" destId="{7AFCDFC7-2465-43C9-A2EF-6062B47CAED3}" srcOrd="2" destOrd="0" presId="urn:microsoft.com/office/officeart/2016/7/layout/VerticalDownArrowProcess"/>
    <dgm:cxn modelId="{6156B1A0-5BBC-43A5-891A-E3C419FCEFB2}" type="presParOf" srcId="{7AFCDFC7-2465-43C9-A2EF-6062B47CAED3}" destId="{556656F6-EFF0-4089-9ED5-2E4E8C7F318D}" srcOrd="0" destOrd="0" presId="urn:microsoft.com/office/officeart/2016/7/layout/VerticalDownArrowProcess"/>
    <dgm:cxn modelId="{581B61AC-FD57-40D0-892F-E1D7CDDC319D}" type="presParOf" srcId="{7AFCDFC7-2465-43C9-A2EF-6062B47CAED3}" destId="{2629B203-AC28-482C-8F86-6F9754F4E101}" srcOrd="1" destOrd="0" presId="urn:microsoft.com/office/officeart/2016/7/layout/VerticalDownArrowProcess"/>
    <dgm:cxn modelId="{093EF1E5-0AB5-41FD-BCDC-1D6AEDD76067}" type="presParOf" srcId="{7AFCDFC7-2465-43C9-A2EF-6062B47CAED3}" destId="{FB729F65-91B4-4130-BDC6-1B2A2627DC4A}" srcOrd="2" destOrd="0" presId="urn:microsoft.com/office/officeart/2016/7/layout/VerticalDownArrowProcess"/>
    <dgm:cxn modelId="{17C42B7F-D38C-45AD-984F-AAA25A25DE8F}" type="presParOf" srcId="{945A1365-CE01-4131-BE98-36C040E105E3}" destId="{2B074275-4661-418E-9DF8-8A80C9792844}" srcOrd="3" destOrd="0" presId="urn:microsoft.com/office/officeart/2016/7/layout/VerticalDownArrowProcess"/>
    <dgm:cxn modelId="{C6F2EFD7-DDCF-4525-B88E-AA4569E43009}" type="presParOf" srcId="{945A1365-CE01-4131-BE98-36C040E105E3}" destId="{823C36D0-75D3-430A-BBB6-4D1FA305CD89}" srcOrd="4" destOrd="0" presId="urn:microsoft.com/office/officeart/2016/7/layout/VerticalDownArrowProcess"/>
    <dgm:cxn modelId="{BE24CC08-F96C-4459-A654-D99ED641F0D5}" type="presParOf" srcId="{823C36D0-75D3-430A-BBB6-4D1FA305CD89}" destId="{E45709ED-39B1-43A6-8933-A653B3B96B8C}" srcOrd="0" destOrd="0" presId="urn:microsoft.com/office/officeart/2016/7/layout/VerticalDownArrowProcess"/>
    <dgm:cxn modelId="{AE543400-66E5-499D-B63E-75A93BA0E223}" type="presParOf" srcId="{823C36D0-75D3-430A-BBB6-4D1FA305CD89}" destId="{A70836A1-DFA8-4CCE-8780-0FAC8FEF7DAA}" srcOrd="1" destOrd="0" presId="urn:microsoft.com/office/officeart/2016/7/layout/VerticalDownArrowProcess"/>
    <dgm:cxn modelId="{4798D674-A090-487E-999B-D3B62D2574D3}" type="presParOf" srcId="{823C36D0-75D3-430A-BBB6-4D1FA305CD89}" destId="{E2E1DF7D-77E2-409F-A142-9EF35EC442FB}" srcOrd="2" destOrd="0" presId="urn:microsoft.com/office/officeart/2016/7/layout/VerticalDownArrowProcess"/>
    <dgm:cxn modelId="{C895E356-967F-4F55-B0DC-7F0AF81B8C28}" type="presParOf" srcId="{945A1365-CE01-4131-BE98-36C040E105E3}" destId="{9DC6F46D-273E-40BA-A1FA-15F0E514C414}" srcOrd="5" destOrd="0" presId="urn:microsoft.com/office/officeart/2016/7/layout/VerticalDownArrowProcess"/>
    <dgm:cxn modelId="{6C185B77-FDE6-46F9-B375-AA09FF695150}" type="presParOf" srcId="{945A1365-CE01-4131-BE98-36C040E105E3}" destId="{64A967A2-80A9-4F49-91B2-C6E4E0FC7B4D}" srcOrd="6" destOrd="0" presId="urn:microsoft.com/office/officeart/2016/7/layout/VerticalDownArrowProcess"/>
    <dgm:cxn modelId="{64034E00-EA4F-4AE6-80D5-4B71859A5ABF}" type="presParOf" srcId="{64A967A2-80A9-4F49-91B2-C6E4E0FC7B4D}" destId="{27AF59FC-4654-4D28-A0E4-813561B9BA99}" srcOrd="0" destOrd="0" presId="urn:microsoft.com/office/officeart/2016/7/layout/VerticalDownArrowProcess"/>
    <dgm:cxn modelId="{32EA3AB9-69F2-4402-96C7-106646D1B3CC}" type="presParOf" srcId="{64A967A2-80A9-4F49-91B2-C6E4E0FC7B4D}" destId="{B37E2CC8-C824-4317-950D-98CBF0FA35F9}" srcOrd="1" destOrd="0" presId="urn:microsoft.com/office/officeart/2016/7/layout/VerticalDownArrowProcess"/>
    <dgm:cxn modelId="{A100CBDE-64F7-4E0F-B1D6-38BF3FA4AC6A}" type="presParOf" srcId="{64A967A2-80A9-4F49-91B2-C6E4E0FC7B4D}" destId="{B408F561-233D-44A5-95F9-0F296F3FADB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CF1A5-36A1-42D9-ACBC-4F286337E28C}">
      <dsp:nvSpPr>
        <dsp:cNvPr id="0" name=""/>
        <dsp:cNvSpPr/>
      </dsp:nvSpPr>
      <dsp:spPr>
        <a:xfrm>
          <a:off x="475417" y="567779"/>
          <a:ext cx="1437000" cy="143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0EEC6-4506-44C1-88B9-43E1B6C89766}">
      <dsp:nvSpPr>
        <dsp:cNvPr id="0" name=""/>
        <dsp:cNvSpPr/>
      </dsp:nvSpPr>
      <dsp:spPr>
        <a:xfrm>
          <a:off x="781663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82037-8278-42E5-92B5-8A5C338035FE}">
      <dsp:nvSpPr>
        <dsp:cNvPr id="0" name=""/>
        <dsp:cNvSpPr/>
      </dsp:nvSpPr>
      <dsp:spPr>
        <a:xfrm>
          <a:off x="16048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User accounts</a:t>
          </a:r>
        </a:p>
      </dsp:txBody>
      <dsp:txXfrm>
        <a:off x="16048" y="2452370"/>
        <a:ext cx="2355738" cy="720000"/>
      </dsp:txXfrm>
    </dsp:sp>
    <dsp:sp modelId="{150A030E-32B1-4201-BE82-B88C7B5EE5F9}">
      <dsp:nvSpPr>
        <dsp:cNvPr id="0" name=""/>
        <dsp:cNvSpPr/>
      </dsp:nvSpPr>
      <dsp:spPr>
        <a:xfrm>
          <a:off x="3243409" y="567779"/>
          <a:ext cx="1437000" cy="143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2D588-3287-4C4A-8493-2664F6A4B956}">
      <dsp:nvSpPr>
        <dsp:cNvPr id="0" name=""/>
        <dsp:cNvSpPr/>
      </dsp:nvSpPr>
      <dsp:spPr>
        <a:xfrm>
          <a:off x="3549655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45E15-E4F7-4BBD-A551-E9E6ABF0F8B3}">
      <dsp:nvSpPr>
        <dsp:cNvPr id="0" name=""/>
        <dsp:cNvSpPr/>
      </dsp:nvSpPr>
      <dsp:spPr>
        <a:xfrm>
          <a:off x="2784040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Private storage</a:t>
          </a:r>
        </a:p>
      </dsp:txBody>
      <dsp:txXfrm>
        <a:off x="2784040" y="2452370"/>
        <a:ext cx="2355738" cy="720000"/>
      </dsp:txXfrm>
    </dsp:sp>
    <dsp:sp modelId="{AF25AE1C-18D0-4F77-8E96-7BF30E99A684}">
      <dsp:nvSpPr>
        <dsp:cNvPr id="0" name=""/>
        <dsp:cNvSpPr/>
      </dsp:nvSpPr>
      <dsp:spPr>
        <a:xfrm>
          <a:off x="6011402" y="567779"/>
          <a:ext cx="1437000" cy="143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D9C99-AE2C-4ED0-B750-49C747F42547}">
      <dsp:nvSpPr>
        <dsp:cNvPr id="0" name=""/>
        <dsp:cNvSpPr/>
      </dsp:nvSpPr>
      <dsp:spPr>
        <a:xfrm>
          <a:off x="6317648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1FAD4-B401-49FD-98AD-DCF5BA5F0890}">
      <dsp:nvSpPr>
        <dsp:cNvPr id="0" name=""/>
        <dsp:cNvSpPr/>
      </dsp:nvSpPr>
      <dsp:spPr>
        <a:xfrm>
          <a:off x="5552033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Authentication</a:t>
          </a:r>
        </a:p>
      </dsp:txBody>
      <dsp:txXfrm>
        <a:off x="5552033" y="2452370"/>
        <a:ext cx="2355738" cy="720000"/>
      </dsp:txXfrm>
    </dsp:sp>
    <dsp:sp modelId="{BF27C59B-3961-4F96-A9A2-8EF87090139B}">
      <dsp:nvSpPr>
        <dsp:cNvPr id="0" name=""/>
        <dsp:cNvSpPr/>
      </dsp:nvSpPr>
      <dsp:spPr>
        <a:xfrm>
          <a:off x="8779394" y="567779"/>
          <a:ext cx="1437000" cy="143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6447B-5ED8-48ED-A47D-329FBAD1C2DF}">
      <dsp:nvSpPr>
        <dsp:cNvPr id="0" name=""/>
        <dsp:cNvSpPr/>
      </dsp:nvSpPr>
      <dsp:spPr>
        <a:xfrm>
          <a:off x="9085640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7159F-4B6B-45D8-BC92-EDB9A3EB9D4B}">
      <dsp:nvSpPr>
        <dsp:cNvPr id="0" name=""/>
        <dsp:cNvSpPr/>
      </dsp:nvSpPr>
      <dsp:spPr>
        <a:xfrm>
          <a:off x="8320025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Spring milestone</a:t>
          </a:r>
        </a:p>
      </dsp:txBody>
      <dsp:txXfrm>
        <a:off x="8320025" y="2452370"/>
        <a:ext cx="235573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E2E34-93B9-448C-98A3-D39ACFBC1063}">
      <dsp:nvSpPr>
        <dsp:cNvPr id="0" name=""/>
        <dsp:cNvSpPr/>
      </dsp:nvSpPr>
      <dsp:spPr>
        <a:xfrm>
          <a:off x="0" y="4510453"/>
          <a:ext cx="1542987" cy="9867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7" tIns="248920" rIns="10973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Finish</a:t>
          </a:r>
        </a:p>
      </dsp:txBody>
      <dsp:txXfrm>
        <a:off x="0" y="4510453"/>
        <a:ext cx="1542987" cy="986776"/>
      </dsp:txXfrm>
    </dsp:sp>
    <dsp:sp modelId="{04D3C693-CD13-40A5-9334-B67483285B8D}">
      <dsp:nvSpPr>
        <dsp:cNvPr id="0" name=""/>
        <dsp:cNvSpPr/>
      </dsp:nvSpPr>
      <dsp:spPr>
        <a:xfrm>
          <a:off x="1542987" y="4510453"/>
          <a:ext cx="4628961" cy="9867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97" tIns="304800" rIns="9389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Finish privacy features</a:t>
          </a:r>
        </a:p>
      </dsp:txBody>
      <dsp:txXfrm>
        <a:off x="1542987" y="4510453"/>
        <a:ext cx="4628961" cy="986776"/>
      </dsp:txXfrm>
    </dsp:sp>
    <dsp:sp modelId="{2629B203-AC28-482C-8F86-6F9754F4E101}">
      <dsp:nvSpPr>
        <dsp:cNvPr id="0" name=""/>
        <dsp:cNvSpPr/>
      </dsp:nvSpPr>
      <dsp:spPr>
        <a:xfrm rot="10800000">
          <a:off x="0" y="3007592"/>
          <a:ext cx="1542987" cy="15176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accent2">
              <a:hueOff val="-135738"/>
              <a:satOff val="-1163"/>
              <a:lumOff val="-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7" tIns="248920" rIns="10973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Map</a:t>
          </a:r>
        </a:p>
      </dsp:txBody>
      <dsp:txXfrm rot="-10800000">
        <a:off x="0" y="3007592"/>
        <a:ext cx="1542987" cy="986480"/>
      </dsp:txXfrm>
    </dsp:sp>
    <dsp:sp modelId="{FB729F65-91B4-4130-BDC6-1B2A2627DC4A}">
      <dsp:nvSpPr>
        <dsp:cNvPr id="0" name=""/>
        <dsp:cNvSpPr/>
      </dsp:nvSpPr>
      <dsp:spPr>
        <a:xfrm>
          <a:off x="1542987" y="3007592"/>
          <a:ext cx="4628961" cy="986480"/>
        </a:xfrm>
        <a:prstGeom prst="rect">
          <a:avLst/>
        </a:prstGeom>
        <a:solidFill>
          <a:schemeClr val="accent2">
            <a:tint val="40000"/>
            <a:alpha val="90000"/>
            <a:hueOff val="-104898"/>
            <a:satOff val="-3213"/>
            <a:lumOff val="-17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4898"/>
              <a:satOff val="-3213"/>
              <a:lumOff val="-1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97" tIns="304800" rIns="9389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Map storage to accounts</a:t>
          </a:r>
        </a:p>
      </dsp:txBody>
      <dsp:txXfrm>
        <a:off x="1542987" y="3007592"/>
        <a:ext cx="4628961" cy="986480"/>
      </dsp:txXfrm>
    </dsp:sp>
    <dsp:sp modelId="{A70836A1-DFA8-4CCE-8780-0FAC8FEF7DAA}">
      <dsp:nvSpPr>
        <dsp:cNvPr id="0" name=""/>
        <dsp:cNvSpPr/>
      </dsp:nvSpPr>
      <dsp:spPr>
        <a:xfrm rot="10800000">
          <a:off x="0" y="1504730"/>
          <a:ext cx="1542987" cy="15176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accent2">
              <a:hueOff val="-271475"/>
              <a:satOff val="-2327"/>
              <a:lumOff val="-15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7" tIns="248920" rIns="10973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Add</a:t>
          </a:r>
        </a:p>
      </dsp:txBody>
      <dsp:txXfrm rot="-10800000">
        <a:off x="0" y="1504730"/>
        <a:ext cx="1542987" cy="986480"/>
      </dsp:txXfrm>
    </dsp:sp>
    <dsp:sp modelId="{E2E1DF7D-77E2-409F-A142-9EF35EC442FB}">
      <dsp:nvSpPr>
        <dsp:cNvPr id="0" name=""/>
        <dsp:cNvSpPr/>
      </dsp:nvSpPr>
      <dsp:spPr>
        <a:xfrm>
          <a:off x="1542987" y="1504730"/>
          <a:ext cx="4628961" cy="986480"/>
        </a:xfrm>
        <a:prstGeom prst="rect">
          <a:avLst/>
        </a:prstGeom>
        <a:solidFill>
          <a:schemeClr val="accent2">
            <a:tint val="40000"/>
            <a:alpha val="90000"/>
            <a:hueOff val="-209797"/>
            <a:satOff val="-6425"/>
            <a:lumOff val="-34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9797"/>
              <a:satOff val="-6425"/>
              <a:lumOff val="-3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97" tIns="304800" rIns="9389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 sessions</a:t>
          </a:r>
        </a:p>
      </dsp:txBody>
      <dsp:txXfrm>
        <a:off x="1542987" y="1504730"/>
        <a:ext cx="4628961" cy="986480"/>
      </dsp:txXfrm>
    </dsp:sp>
    <dsp:sp modelId="{B37E2CC8-C824-4317-950D-98CBF0FA35F9}">
      <dsp:nvSpPr>
        <dsp:cNvPr id="0" name=""/>
        <dsp:cNvSpPr/>
      </dsp:nvSpPr>
      <dsp:spPr>
        <a:xfrm rot="10800000">
          <a:off x="0" y="1869"/>
          <a:ext cx="1542987" cy="15176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7" tIns="248920" rIns="10973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Build</a:t>
          </a:r>
        </a:p>
      </dsp:txBody>
      <dsp:txXfrm rot="-10800000">
        <a:off x="0" y="1869"/>
        <a:ext cx="1542987" cy="986480"/>
      </dsp:txXfrm>
    </dsp:sp>
    <dsp:sp modelId="{B408F561-233D-44A5-95F9-0F296F3FADB9}">
      <dsp:nvSpPr>
        <dsp:cNvPr id="0" name=""/>
        <dsp:cNvSpPr/>
      </dsp:nvSpPr>
      <dsp:spPr>
        <a:xfrm>
          <a:off x="1542987" y="1869"/>
          <a:ext cx="4628961" cy="986480"/>
        </a:xfrm>
        <a:prstGeom prst="rect">
          <a:avLst/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97" tIns="304800" rIns="9389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registration</a:t>
          </a:r>
        </a:p>
      </dsp:txBody>
      <dsp:txXfrm>
        <a:off x="1542987" y="1869"/>
        <a:ext cx="4628961" cy="986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2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4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2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1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7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6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1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31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56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AI-Spotter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Char char="•"/>
            </a:pPr>
            <a:r>
              <a:rPr lang="en-US"/>
              <a:t>Final Presentation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Course: Senior Capstone 1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Team: 58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Developed By: Jacob Collier, Elijah Garman, Denis Kalala &amp; Michael Martina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B49FA3-EA57-8C16-950C-DE2FA754E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56" r="34073" b="-1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45EB8-0689-2622-BCF0-D10D4D8C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Semester Progress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E34E-AB37-F862-09CC-D92D5B1A6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Website is functional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Image upload working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Detection models improving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User workflow foundation</a:t>
            </a:r>
            <a:endParaRPr lang="en-US"/>
          </a:p>
          <a:p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5BFA3492-FA77-45D8-052D-12C01D4A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69" r="13754" b="-7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0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2E711-6F3F-A9A6-6167-3832FD03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Current Limitations</a:t>
            </a:r>
            <a:endParaRPr lang="en-US"/>
          </a:p>
        </p:txBody>
      </p:sp>
      <p:pic>
        <p:nvPicPr>
          <p:cNvPr id="5" name="Picture 4" descr="Stack of files">
            <a:extLst>
              <a:ext uri="{FF2B5EF4-FFF2-40B4-BE49-F238E27FC236}">
                <a16:creationId xmlns:a16="http://schemas.microsoft.com/office/drawing/2014/main" id="{C293BEF3-A381-B3A3-67FC-8FC6BA6B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69" r="28599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D8D9-16D1-EC04-1C6A-FAFE2B90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All images in one shared folder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No user accounts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No privacy controls</a:t>
            </a:r>
            <a:endParaRPr lang="en-US"/>
          </a:p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12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5EB17-9CD4-AF68-C039-786DD6CB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38446-A062-C4EA-3F4C-302570C8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Why Privacy Matters</a:t>
            </a:r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065FBA5-BD4C-479B-5623-233202F53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Users upload sensitive images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Need private, isolated data</a:t>
            </a:r>
            <a:endParaRPr lang="en-US">
              <a:latin typeface="Calisto MT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Shared storage is unsafe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pic>
        <p:nvPicPr>
          <p:cNvPr id="39" name="Graphic 38" descr="Lock">
            <a:extLst>
              <a:ext uri="{FF2B5EF4-FFF2-40B4-BE49-F238E27FC236}">
                <a16:creationId xmlns:a16="http://schemas.microsoft.com/office/drawing/2014/main" id="{E5EC0026-F415-0DF2-0FF4-55E6D86E8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92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2FFB9-4F14-DF54-B214-93E5AF48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F5BBD-50FC-E23A-3AFA-78BF3954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Planned Login System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07006-7224-CFA4-1562-C26205E3D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26772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609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AAE04-60F8-103C-4B6E-0A996C19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B28AE-C1B3-D7B9-1F8B-CF654260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latin typeface="Calibri"/>
                <a:ea typeface="Calibri"/>
                <a:cs typeface="Calibri"/>
              </a:rPr>
              <a:t>How This Supports the Project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8DC93-EF68-45A3-DA82-C098E5E9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Builds trust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Allows safe uploading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Scales for real users</a:t>
            </a:r>
            <a:endParaRPr lang="en-US"/>
          </a:p>
          <a:p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8C6CF16-9FE5-17FF-8AC9-6C1B4A9F5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19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EF010-3138-B973-2811-49E49B1D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547E6-7A43-DEC3-D2A4-C8EE268F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Next Steps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863DF7-A827-03AB-6D88-576098B21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48933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117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FB0A-FAB6-3338-E697-091E2E60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4579-E41F-75C4-2401-18439888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Functionality of  the current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F5852-06DA-E128-80F2-BD4A47363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1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D6CA-3DDA-36AC-B8EE-63631609C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9207-C402-5951-7D9E-201F5802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DE1C-D637-BBD7-C98D-D9B00DDD6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2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2129A-214E-56D5-AC15-AAA35D39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 fontScale="90000"/>
          </a:bodyPr>
          <a:lstStyle/>
          <a:p>
            <a:r>
              <a:rPr lang="en-US" sz="3700"/>
              <a:t>Designing an environment  to securely run our application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D38C0-396A-D084-2E76-305315C54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14937"/>
            <a:ext cx="6400800" cy="2547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Jacob primarily tackled researching, purchasing, and implementing any network equipment (Software, hardware, etc.).</a:t>
            </a:r>
          </a:p>
          <a:p>
            <a:r>
              <a:rPr lang="en-US"/>
              <a:t>Using his Home Lab, we can perform tests on the overall development, security, and efficiency of the application. </a:t>
            </a:r>
          </a:p>
        </p:txBody>
      </p:sp>
      <p:pic>
        <p:nvPicPr>
          <p:cNvPr id="5" name="Picture 4" descr="A computer tower with wires and cables&#10;&#10;AI-generated content may be incorrect.">
            <a:extLst>
              <a:ext uri="{FF2B5EF4-FFF2-40B4-BE49-F238E27FC236}">
                <a16:creationId xmlns:a16="http://schemas.microsoft.com/office/drawing/2014/main" id="{5B6DF518-7F36-5F99-6F48-21FA9FC5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73" t="18910" r="3232" b="6506"/>
          <a:stretch>
            <a:fillRect/>
          </a:stretch>
        </p:blipFill>
        <p:spPr>
          <a:xfrm>
            <a:off x="7487920" y="1668207"/>
            <a:ext cx="3903980" cy="433803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54950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Functionality of the Current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Image Upload &amp; Detection: Users can upload images for AI vs. human-created analysis.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Multi-Model Detection System: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Deep Learning Model: Predicts AI-generated content (~51–52% confidence).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Statistical Pattern Analysis: Strong indicator for real images (up to 85% confidence).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Metadata &amp; Heuristic Analysis: Adds context (~64% confidence).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Hugging Face Specialized Models: Additional verification (~63% confidence).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Detailed Results: Displays confidence levels, key indicators, and technical details.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Feedback Loop: Allows marking results as correct/incorrect to improve accuracy.</a:t>
            </a:r>
          </a:p>
        </p:txBody>
      </p:sp>
      <p:pic>
        <p:nvPicPr>
          <p:cNvPr id="4" name="Picture 3" descr="Screenshot 2025-11-17 at 23.02.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Progress Toward AI Detection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Current Accuracy: Nearly 50% effective in determining if an image is AI-generated or real.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Key Achievements: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Implemented multi-model comparison for better reliability.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Integrated confidence scoring and technical breakdowns for transparency.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- Built a feedback mechanism to refine detection continuously.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Next Milestone: Improve model agreement and push accuracy beyond 70% by optimizing algorithms and training data.</a:t>
            </a:r>
          </a:p>
        </p:txBody>
      </p:sp>
      <p:pic>
        <p:nvPicPr>
          <p:cNvPr id="4" name="Picture 3" descr="Screenshot 2025-11-17 at 23.02.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AI-Spotter</vt:lpstr>
      <vt:lpstr>Semester Progress</vt:lpstr>
      <vt:lpstr>Current Limitations</vt:lpstr>
      <vt:lpstr>Why Privacy Matters</vt:lpstr>
      <vt:lpstr>Planned Login System</vt:lpstr>
      <vt:lpstr>How This Supports the Project</vt:lpstr>
      <vt:lpstr>Next Steps</vt:lpstr>
      <vt:lpstr>Functionality of  the current application</vt:lpstr>
      <vt:lpstr>PowerPoint Presentation</vt:lpstr>
      <vt:lpstr>Designing an environment  to securely run our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2025-11-24T23:12:22Z</dcterms:created>
  <dcterms:modified xsi:type="dcterms:W3CDTF">2025-11-25T02:37:16Z</dcterms:modified>
</cp:coreProperties>
</file>